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34384C-24B5-4679-885D-473A13EA0B1E}" v="77" dt="2026-03-08T19:30:08.621"/>
    <p1510:client id="{F6964BB0-7BB4-4522-B19A-C753D5AD790D}" v="184" dt="2026-03-09T16:51:28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Gaišs stils 2 - izcēlums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Vidējs stils 2 - izcēlum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ila, režģa tabu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uta Avotina" userId="1775134435_tp_dropbox_plus" providerId="OAuth2" clId="{75370C2E-659F-4C1E-9F08-52E5DFAC5905}"/>
    <pc:docChg chg="undo custSel addSld delSld modSld sldOrd">
      <pc:chgData name="Maruta Avotina" userId="1775134435_tp_dropbox_plus" providerId="OAuth2" clId="{75370C2E-659F-4C1E-9F08-52E5DFAC5905}" dt="2026-03-09T16:51:46.747" v="722" actId="1076"/>
      <pc:docMkLst>
        <pc:docMk/>
      </pc:docMkLst>
      <pc:sldChg chg="modSp mod">
        <pc:chgData name="Maruta Avotina" userId="1775134435_tp_dropbox_plus" providerId="OAuth2" clId="{75370C2E-659F-4C1E-9F08-52E5DFAC5905}" dt="2026-03-09T16:45:45.956" v="569" actId="20577"/>
        <pc:sldMkLst>
          <pc:docMk/>
          <pc:sldMk cId="2108770733" sldId="256"/>
        </pc:sldMkLst>
        <pc:spChg chg="mod">
          <ac:chgData name="Maruta Avotina" userId="1775134435_tp_dropbox_plus" providerId="OAuth2" clId="{75370C2E-659F-4C1E-9F08-52E5DFAC5905}" dt="2026-03-09T16:44:50.782" v="443" actId="404"/>
          <ac:spMkLst>
            <pc:docMk/>
            <pc:sldMk cId="2108770733" sldId="256"/>
            <ac:spMk id="2" creationId="{68B41901-9BAA-5ACE-2BE5-A617D9473194}"/>
          </ac:spMkLst>
        </pc:spChg>
        <pc:spChg chg="mod">
          <ac:chgData name="Maruta Avotina" userId="1775134435_tp_dropbox_plus" providerId="OAuth2" clId="{75370C2E-659F-4C1E-9F08-52E5DFAC5905}" dt="2026-03-09T16:45:39.833" v="566" actId="1076"/>
          <ac:spMkLst>
            <pc:docMk/>
            <pc:sldMk cId="2108770733" sldId="256"/>
            <ac:spMk id="3" creationId="{AA52183E-A001-5FD1-FEE8-DB27FDDF8B0C}"/>
          </ac:spMkLst>
        </pc:spChg>
        <pc:spChg chg="mod">
          <ac:chgData name="Maruta Avotina" userId="1775134435_tp_dropbox_plus" providerId="OAuth2" clId="{75370C2E-659F-4C1E-9F08-52E5DFAC5905}" dt="2026-03-09T16:45:45.956" v="569" actId="20577"/>
          <ac:spMkLst>
            <pc:docMk/>
            <pc:sldMk cId="2108770733" sldId="256"/>
            <ac:spMk id="5" creationId="{D3B9669C-321B-88A3-E051-C26F4F933812}"/>
          </ac:spMkLst>
        </pc:spChg>
      </pc:sldChg>
      <pc:sldChg chg="addSp delSp modSp mod">
        <pc:chgData name="Maruta Avotina" userId="1775134435_tp_dropbox_plus" providerId="OAuth2" clId="{75370C2E-659F-4C1E-9F08-52E5DFAC5905}" dt="2026-03-09T16:48:15.056" v="602" actId="1076"/>
        <pc:sldMkLst>
          <pc:docMk/>
          <pc:sldMk cId="258165868" sldId="263"/>
        </pc:sldMkLst>
        <pc:spChg chg="mod">
          <ac:chgData name="Maruta Avotina" userId="1775134435_tp_dropbox_plus" providerId="OAuth2" clId="{75370C2E-659F-4C1E-9F08-52E5DFAC5905}" dt="2026-03-09T16:45:53.820" v="572" actId="20577"/>
          <ac:spMkLst>
            <pc:docMk/>
            <pc:sldMk cId="258165868" sldId="263"/>
            <ac:spMk id="2" creationId="{11CE1E13-1318-CE13-C034-C7DD221A27D0}"/>
          </ac:spMkLst>
        </pc:spChg>
        <pc:spChg chg="add del mod">
          <ac:chgData name="Maruta Avotina" userId="1775134435_tp_dropbox_plus" providerId="OAuth2" clId="{75370C2E-659F-4C1E-9F08-52E5DFAC5905}" dt="2026-03-09T16:45:55.753" v="573" actId="478"/>
          <ac:spMkLst>
            <pc:docMk/>
            <pc:sldMk cId="258165868" sldId="263"/>
            <ac:spMk id="4" creationId="{FE5F2F8C-0D7A-9C1D-305A-0D9C63DB195E}"/>
          </ac:spMkLst>
        </pc:spChg>
        <pc:spChg chg="del">
          <ac:chgData name="Maruta Avotina" userId="1775134435_tp_dropbox_plus" providerId="OAuth2" clId="{75370C2E-659F-4C1E-9F08-52E5DFAC5905}" dt="2026-03-08T19:21:46.793" v="231" actId="478"/>
          <ac:spMkLst>
            <pc:docMk/>
            <pc:sldMk cId="258165868" sldId="263"/>
            <ac:spMk id="6" creationId="{15311252-602B-8A6E-CFD0-665F1A25E0E7}"/>
          </ac:spMkLst>
        </pc:spChg>
        <pc:spChg chg="add mod">
          <ac:chgData name="Maruta Avotina" userId="1775134435_tp_dropbox_plus" providerId="OAuth2" clId="{75370C2E-659F-4C1E-9F08-52E5DFAC5905}" dt="2026-03-09T16:46:28.786" v="591" actId="1076"/>
          <ac:spMkLst>
            <pc:docMk/>
            <pc:sldMk cId="258165868" sldId="263"/>
            <ac:spMk id="6" creationId="{5BFD4540-515D-11AF-5E15-0977E1DF127F}"/>
          </ac:spMkLst>
        </pc:spChg>
        <pc:spChg chg="del">
          <ac:chgData name="Maruta Avotina" userId="1775134435_tp_dropbox_plus" providerId="OAuth2" clId="{75370C2E-659F-4C1E-9F08-52E5DFAC5905}" dt="2026-03-08T19:21:47.944" v="232" actId="478"/>
          <ac:spMkLst>
            <pc:docMk/>
            <pc:sldMk cId="258165868" sldId="263"/>
            <ac:spMk id="8" creationId="{62873C5A-B8BF-3C5E-3E16-10A142E48AD2}"/>
          </ac:spMkLst>
        </pc:spChg>
        <pc:graphicFrameChg chg="add del mod modGraphic">
          <ac:chgData name="Maruta Avotina" userId="1775134435_tp_dropbox_plus" providerId="OAuth2" clId="{75370C2E-659F-4C1E-9F08-52E5DFAC5905}" dt="2026-03-09T16:45:57.151" v="574" actId="478"/>
          <ac:graphicFrameMkLst>
            <pc:docMk/>
            <pc:sldMk cId="258165868" sldId="263"/>
            <ac:graphicFrameMk id="7" creationId="{41239D6E-A7E4-BEF2-8CDD-6F810AB8DCFC}"/>
          </ac:graphicFrameMkLst>
        </pc:graphicFrameChg>
        <pc:graphicFrameChg chg="add mod modGraphic">
          <ac:chgData name="Maruta Avotina" userId="1775134435_tp_dropbox_plus" providerId="OAuth2" clId="{75370C2E-659F-4C1E-9F08-52E5DFAC5905}" dt="2026-03-09T16:48:03.407" v="599" actId="1076"/>
          <ac:graphicFrameMkLst>
            <pc:docMk/>
            <pc:sldMk cId="258165868" sldId="263"/>
            <ac:graphicFrameMk id="8" creationId="{49E4A349-4339-C551-5969-282C7417C588}"/>
          </ac:graphicFrameMkLst>
        </pc:graphicFrameChg>
        <pc:picChg chg="add mod">
          <ac:chgData name="Maruta Avotina" userId="1775134435_tp_dropbox_plus" providerId="OAuth2" clId="{75370C2E-659F-4C1E-9F08-52E5DFAC5905}" dt="2026-03-09T16:48:15.056" v="602" actId="1076"/>
          <ac:picMkLst>
            <pc:docMk/>
            <pc:sldMk cId="258165868" sldId="263"/>
            <ac:picMk id="1025" creationId="{7473E7D7-F70E-DC05-E047-CE4970A29582}"/>
          </ac:picMkLst>
        </pc:picChg>
      </pc:sldChg>
      <pc:sldChg chg="delSp modSp add mod">
        <pc:chgData name="Maruta Avotina" userId="1775134435_tp_dropbox_plus" providerId="OAuth2" clId="{75370C2E-659F-4C1E-9F08-52E5DFAC5905}" dt="2026-03-09T16:51:46.747" v="722" actId="1076"/>
        <pc:sldMkLst>
          <pc:docMk/>
          <pc:sldMk cId="260207072" sldId="264"/>
        </pc:sldMkLst>
        <pc:spChg chg="del">
          <ac:chgData name="Maruta Avotina" userId="1775134435_tp_dropbox_plus" providerId="OAuth2" clId="{75370C2E-659F-4C1E-9F08-52E5DFAC5905}" dt="2026-03-09T16:48:34.948" v="611" actId="478"/>
          <ac:spMkLst>
            <pc:docMk/>
            <pc:sldMk cId="260207072" sldId="264"/>
            <ac:spMk id="6" creationId="{2FF738C5-97FB-9EF7-9CE8-6B28E35BCF1D}"/>
          </ac:spMkLst>
        </pc:spChg>
        <pc:graphicFrameChg chg="mod modGraphic">
          <ac:chgData name="Maruta Avotina" userId="1775134435_tp_dropbox_plus" providerId="OAuth2" clId="{75370C2E-659F-4C1E-9F08-52E5DFAC5905}" dt="2026-03-09T16:51:46.747" v="722" actId="1076"/>
          <ac:graphicFrameMkLst>
            <pc:docMk/>
            <pc:sldMk cId="260207072" sldId="264"/>
            <ac:graphicFrameMk id="8" creationId="{DBC7B170-985C-8DB8-B4C0-4FFFB24753DA}"/>
          </ac:graphicFrameMkLst>
        </pc:graphicFrameChg>
      </pc:sldChg>
      <pc:sldChg chg="addSp modSp add del mod">
        <pc:chgData name="Maruta Avotina" userId="1775134435_tp_dropbox_plus" providerId="OAuth2" clId="{75370C2E-659F-4C1E-9F08-52E5DFAC5905}" dt="2026-03-09T16:45:58.266" v="575" actId="47"/>
        <pc:sldMkLst>
          <pc:docMk/>
          <pc:sldMk cId="1651327202" sldId="264"/>
        </pc:sldMkLst>
        <pc:graphicFrameChg chg="add mod modGraphic">
          <ac:chgData name="Maruta Avotina" userId="1775134435_tp_dropbox_plus" providerId="OAuth2" clId="{75370C2E-659F-4C1E-9F08-52E5DFAC5905}" dt="2026-03-08T19:27:31.271" v="311" actId="14100"/>
          <ac:graphicFrameMkLst>
            <pc:docMk/>
            <pc:sldMk cId="1651327202" sldId="264"/>
            <ac:graphicFrameMk id="3" creationId="{740EAAB2-F472-660A-16D1-1B7EE0D55F08}"/>
          </ac:graphicFrameMkLst>
        </pc:graphicFrameChg>
      </pc:sldChg>
      <pc:sldChg chg="add del">
        <pc:chgData name="Maruta Avotina" userId="1775134435_tp_dropbox_plus" providerId="OAuth2" clId="{75370C2E-659F-4C1E-9F08-52E5DFAC5905}" dt="2026-03-09T16:48:21.254" v="603" actId="47"/>
        <pc:sldMkLst>
          <pc:docMk/>
          <pc:sldMk cId="1871351147" sldId="264"/>
        </pc:sldMkLst>
      </pc:sldChg>
      <pc:sldChg chg="del">
        <pc:chgData name="Maruta Avotina" userId="1775134435_tp_dropbox_plus" providerId="OAuth2" clId="{75370C2E-659F-4C1E-9F08-52E5DFAC5905}" dt="2026-03-08T19:21:49.397" v="233" actId="47"/>
        <pc:sldMkLst>
          <pc:docMk/>
          <pc:sldMk cId="3099342661" sldId="264"/>
        </pc:sldMkLst>
      </pc:sldChg>
      <pc:sldChg chg="add del">
        <pc:chgData name="Maruta Avotina" userId="1775134435_tp_dropbox_plus" providerId="OAuth2" clId="{75370C2E-659F-4C1E-9F08-52E5DFAC5905}" dt="2026-03-09T16:48:21.806" v="604" actId="47"/>
        <pc:sldMkLst>
          <pc:docMk/>
          <pc:sldMk cId="391217976" sldId="265"/>
        </pc:sldMkLst>
      </pc:sldChg>
      <pc:sldChg chg="addSp modSp add del mod">
        <pc:chgData name="Maruta Avotina" userId="1775134435_tp_dropbox_plus" providerId="OAuth2" clId="{75370C2E-659F-4C1E-9F08-52E5DFAC5905}" dt="2026-03-09T16:45:58.856" v="577" actId="47"/>
        <pc:sldMkLst>
          <pc:docMk/>
          <pc:sldMk cId="557975398" sldId="265"/>
        </pc:sldMkLst>
        <pc:graphicFrameChg chg="add mod modGraphic">
          <ac:chgData name="Maruta Avotina" userId="1775134435_tp_dropbox_plus" providerId="OAuth2" clId="{75370C2E-659F-4C1E-9F08-52E5DFAC5905}" dt="2026-03-08T19:27:12.199" v="306" actId="14100"/>
          <ac:graphicFrameMkLst>
            <pc:docMk/>
            <pc:sldMk cId="557975398" sldId="265"/>
            <ac:graphicFrameMk id="3" creationId="{EB0FCB7C-DD8A-D700-5592-DE23BC79EE51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49.793" v="234" actId="47"/>
        <pc:sldMkLst>
          <pc:docMk/>
          <pc:sldMk cId="2383520276" sldId="265"/>
        </pc:sldMkLst>
      </pc:sldChg>
      <pc:sldChg chg="delSp modSp add mod">
        <pc:chgData name="Maruta Avotina" userId="1775134435_tp_dropbox_plus" providerId="OAuth2" clId="{75370C2E-659F-4C1E-9F08-52E5DFAC5905}" dt="2026-03-09T16:51:31.274" v="721" actId="1076"/>
        <pc:sldMkLst>
          <pc:docMk/>
          <pc:sldMk cId="3579099273" sldId="265"/>
        </pc:sldMkLst>
        <pc:spChg chg="del">
          <ac:chgData name="Maruta Avotina" userId="1775134435_tp_dropbox_plus" providerId="OAuth2" clId="{75370C2E-659F-4C1E-9F08-52E5DFAC5905}" dt="2026-03-09T16:48:37.626" v="612" actId="478"/>
          <ac:spMkLst>
            <pc:docMk/>
            <pc:sldMk cId="3579099273" sldId="265"/>
            <ac:spMk id="6" creationId="{27C0703A-3FE1-E0B8-F9EE-D295B0E7A6D2}"/>
          </ac:spMkLst>
        </pc:spChg>
        <pc:graphicFrameChg chg="mod modGraphic">
          <ac:chgData name="Maruta Avotina" userId="1775134435_tp_dropbox_plus" providerId="OAuth2" clId="{75370C2E-659F-4C1E-9F08-52E5DFAC5905}" dt="2026-03-09T16:51:31.274" v="721" actId="1076"/>
          <ac:graphicFrameMkLst>
            <pc:docMk/>
            <pc:sldMk cId="3579099273" sldId="265"/>
            <ac:graphicFrameMk id="8" creationId="{B3DC906E-52DE-D584-5EC7-E0320B0E4665}"/>
          </ac:graphicFrameMkLst>
        </pc:graphicFrameChg>
      </pc:sldChg>
      <pc:sldChg chg="delSp modSp add mod">
        <pc:chgData name="Maruta Avotina" userId="1775134435_tp_dropbox_plus" providerId="OAuth2" clId="{75370C2E-659F-4C1E-9F08-52E5DFAC5905}" dt="2026-03-09T16:51:24.491" v="719" actId="1076"/>
        <pc:sldMkLst>
          <pc:docMk/>
          <pc:sldMk cId="1358629845" sldId="266"/>
        </pc:sldMkLst>
        <pc:spChg chg="del">
          <ac:chgData name="Maruta Avotina" userId="1775134435_tp_dropbox_plus" providerId="OAuth2" clId="{75370C2E-659F-4C1E-9F08-52E5DFAC5905}" dt="2026-03-09T16:48:39.980" v="613" actId="478"/>
          <ac:spMkLst>
            <pc:docMk/>
            <pc:sldMk cId="1358629845" sldId="266"/>
            <ac:spMk id="6" creationId="{5072EE10-1D2E-BEDF-B6D7-F11FECBE8755}"/>
          </ac:spMkLst>
        </pc:spChg>
        <pc:graphicFrameChg chg="mod modGraphic">
          <ac:chgData name="Maruta Avotina" userId="1775134435_tp_dropbox_plus" providerId="OAuth2" clId="{75370C2E-659F-4C1E-9F08-52E5DFAC5905}" dt="2026-03-09T16:51:24.491" v="719" actId="1076"/>
          <ac:graphicFrameMkLst>
            <pc:docMk/>
            <pc:sldMk cId="1358629845" sldId="266"/>
            <ac:graphicFrameMk id="8" creationId="{99882A3E-D61C-EF6D-E53D-B3439627745D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50.093" v="235" actId="47"/>
        <pc:sldMkLst>
          <pc:docMk/>
          <pc:sldMk cId="3767890016" sldId="266"/>
        </pc:sldMkLst>
      </pc:sldChg>
      <pc:sldChg chg="addSp modSp add del mod">
        <pc:chgData name="Maruta Avotina" userId="1775134435_tp_dropbox_plus" providerId="OAuth2" clId="{75370C2E-659F-4C1E-9F08-52E5DFAC5905}" dt="2026-03-09T16:45:59.127" v="578" actId="47"/>
        <pc:sldMkLst>
          <pc:docMk/>
          <pc:sldMk cId="3822600992" sldId="266"/>
        </pc:sldMkLst>
        <pc:spChg chg="add mod">
          <ac:chgData name="Maruta Avotina" userId="1775134435_tp_dropbox_plus" providerId="OAuth2" clId="{75370C2E-659F-4C1E-9F08-52E5DFAC5905}" dt="2026-03-08T19:23:32.271" v="265" actId="403"/>
          <ac:spMkLst>
            <pc:docMk/>
            <pc:sldMk cId="3822600992" sldId="266"/>
            <ac:spMk id="4" creationId="{FC0D4F7A-530B-6874-18A1-2E0D3DAB0D33}"/>
          </ac:spMkLst>
        </pc:spChg>
        <pc:graphicFrameChg chg="add mod modGraphic">
          <ac:chgData name="Maruta Avotina" userId="1775134435_tp_dropbox_plus" providerId="OAuth2" clId="{75370C2E-659F-4C1E-9F08-52E5DFAC5905}" dt="2026-03-08T19:28:31.328" v="338" actId="14100"/>
          <ac:graphicFrameMkLst>
            <pc:docMk/>
            <pc:sldMk cId="3822600992" sldId="266"/>
            <ac:graphicFrameMk id="6" creationId="{2CBFB913-7DC4-BDDD-2AB4-03999D8C0D5A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50.358" v="236" actId="47"/>
        <pc:sldMkLst>
          <pc:docMk/>
          <pc:sldMk cId="567467658" sldId="267"/>
        </pc:sldMkLst>
      </pc:sldChg>
      <pc:sldChg chg="addSp modSp add del mod">
        <pc:chgData name="Maruta Avotina" userId="1775134435_tp_dropbox_plus" providerId="OAuth2" clId="{75370C2E-659F-4C1E-9F08-52E5DFAC5905}" dt="2026-03-09T16:45:59.289" v="579" actId="47"/>
        <pc:sldMkLst>
          <pc:docMk/>
          <pc:sldMk cId="1801510841" sldId="267"/>
        </pc:sldMkLst>
        <pc:graphicFrameChg chg="add mod modGraphic">
          <ac:chgData name="Maruta Avotina" userId="1775134435_tp_dropbox_plus" providerId="OAuth2" clId="{75370C2E-659F-4C1E-9F08-52E5DFAC5905}" dt="2026-03-08T19:29:02.627" v="349" actId="1076"/>
          <ac:graphicFrameMkLst>
            <pc:docMk/>
            <pc:sldMk cId="1801510841" sldId="267"/>
            <ac:graphicFrameMk id="3" creationId="{D9BB4B46-9DB8-57AD-B367-99C29B8607DF}"/>
          </ac:graphicFrameMkLst>
        </pc:graphicFrameChg>
      </pc:sldChg>
      <pc:sldChg chg="delSp modSp add mod">
        <pc:chgData name="Maruta Avotina" userId="1775134435_tp_dropbox_plus" providerId="OAuth2" clId="{75370C2E-659F-4C1E-9F08-52E5DFAC5905}" dt="2026-03-09T16:51:16.233" v="717" actId="1076"/>
        <pc:sldMkLst>
          <pc:docMk/>
          <pc:sldMk cId="2572491514" sldId="267"/>
        </pc:sldMkLst>
        <pc:spChg chg="del">
          <ac:chgData name="Maruta Avotina" userId="1775134435_tp_dropbox_plus" providerId="OAuth2" clId="{75370C2E-659F-4C1E-9F08-52E5DFAC5905}" dt="2026-03-09T16:48:42.792" v="614" actId="478"/>
          <ac:spMkLst>
            <pc:docMk/>
            <pc:sldMk cId="2572491514" sldId="267"/>
            <ac:spMk id="6" creationId="{D2F9F75B-589C-6528-4FB2-A36D8379FA49}"/>
          </ac:spMkLst>
        </pc:spChg>
        <pc:graphicFrameChg chg="mod modGraphic">
          <ac:chgData name="Maruta Avotina" userId="1775134435_tp_dropbox_plus" providerId="OAuth2" clId="{75370C2E-659F-4C1E-9F08-52E5DFAC5905}" dt="2026-03-09T16:51:16.233" v="717" actId="1076"/>
          <ac:graphicFrameMkLst>
            <pc:docMk/>
            <pc:sldMk cId="2572491514" sldId="267"/>
            <ac:graphicFrameMk id="8" creationId="{04B368F7-572D-5305-0146-406EAC03F4E1}"/>
          </ac:graphicFrameMkLst>
        </pc:graphicFrameChg>
      </pc:sldChg>
      <pc:sldChg chg="delSp modSp add mod">
        <pc:chgData name="Maruta Avotina" userId="1775134435_tp_dropbox_plus" providerId="OAuth2" clId="{75370C2E-659F-4C1E-9F08-52E5DFAC5905}" dt="2026-03-09T16:51:09.120" v="715" actId="1076"/>
        <pc:sldMkLst>
          <pc:docMk/>
          <pc:sldMk cId="315634648" sldId="268"/>
        </pc:sldMkLst>
        <pc:spChg chg="del">
          <ac:chgData name="Maruta Avotina" userId="1775134435_tp_dropbox_plus" providerId="OAuth2" clId="{75370C2E-659F-4C1E-9F08-52E5DFAC5905}" dt="2026-03-09T16:48:44.899" v="615" actId="478"/>
          <ac:spMkLst>
            <pc:docMk/>
            <pc:sldMk cId="315634648" sldId="268"/>
            <ac:spMk id="6" creationId="{F88FB71F-4421-BF50-5568-D36ECCD4013C}"/>
          </ac:spMkLst>
        </pc:spChg>
        <pc:graphicFrameChg chg="mod modGraphic">
          <ac:chgData name="Maruta Avotina" userId="1775134435_tp_dropbox_plus" providerId="OAuth2" clId="{75370C2E-659F-4C1E-9F08-52E5DFAC5905}" dt="2026-03-09T16:51:09.120" v="715" actId="1076"/>
          <ac:graphicFrameMkLst>
            <pc:docMk/>
            <pc:sldMk cId="315634648" sldId="268"/>
            <ac:graphicFrameMk id="8" creationId="{4CF90141-426C-D15E-BFEE-29C578667E9D}"/>
          </ac:graphicFrameMkLst>
        </pc:graphicFrameChg>
      </pc:sldChg>
      <pc:sldChg chg="addSp modSp add del mod">
        <pc:chgData name="Maruta Avotina" userId="1775134435_tp_dropbox_plus" providerId="OAuth2" clId="{75370C2E-659F-4C1E-9F08-52E5DFAC5905}" dt="2026-03-09T16:45:59.476" v="580" actId="47"/>
        <pc:sldMkLst>
          <pc:docMk/>
          <pc:sldMk cId="866755525" sldId="268"/>
        </pc:sldMkLst>
        <pc:graphicFrameChg chg="add mod modGraphic">
          <ac:chgData name="Maruta Avotina" userId="1775134435_tp_dropbox_plus" providerId="OAuth2" clId="{75370C2E-659F-4C1E-9F08-52E5DFAC5905}" dt="2026-03-08T19:29:24.410" v="358" actId="120"/>
          <ac:graphicFrameMkLst>
            <pc:docMk/>
            <pc:sldMk cId="866755525" sldId="268"/>
            <ac:graphicFrameMk id="3" creationId="{B68692C6-9A12-CDB8-E83D-109A32119BA0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50.603" v="237" actId="47"/>
        <pc:sldMkLst>
          <pc:docMk/>
          <pc:sldMk cId="1415440563" sldId="268"/>
        </pc:sldMkLst>
      </pc:sldChg>
      <pc:sldChg chg="del">
        <pc:chgData name="Maruta Avotina" userId="1775134435_tp_dropbox_plus" providerId="OAuth2" clId="{75370C2E-659F-4C1E-9F08-52E5DFAC5905}" dt="2026-03-08T19:21:50.874" v="238" actId="47"/>
        <pc:sldMkLst>
          <pc:docMk/>
          <pc:sldMk cId="1199201057" sldId="269"/>
        </pc:sldMkLst>
      </pc:sldChg>
      <pc:sldChg chg="delSp modSp add mod">
        <pc:chgData name="Maruta Avotina" userId="1775134435_tp_dropbox_plus" providerId="OAuth2" clId="{75370C2E-659F-4C1E-9F08-52E5DFAC5905}" dt="2026-03-09T16:51:00.499" v="713" actId="1076"/>
        <pc:sldMkLst>
          <pc:docMk/>
          <pc:sldMk cId="3466088715" sldId="269"/>
        </pc:sldMkLst>
        <pc:spChg chg="del">
          <ac:chgData name="Maruta Avotina" userId="1775134435_tp_dropbox_plus" providerId="OAuth2" clId="{75370C2E-659F-4C1E-9F08-52E5DFAC5905}" dt="2026-03-09T16:48:46.594" v="616" actId="478"/>
          <ac:spMkLst>
            <pc:docMk/>
            <pc:sldMk cId="3466088715" sldId="269"/>
            <ac:spMk id="6" creationId="{A5F762C4-221E-E735-43AB-B2C2939DBE46}"/>
          </ac:spMkLst>
        </pc:spChg>
        <pc:graphicFrameChg chg="mod modGraphic">
          <ac:chgData name="Maruta Avotina" userId="1775134435_tp_dropbox_plus" providerId="OAuth2" clId="{75370C2E-659F-4C1E-9F08-52E5DFAC5905}" dt="2026-03-09T16:51:00.499" v="713" actId="1076"/>
          <ac:graphicFrameMkLst>
            <pc:docMk/>
            <pc:sldMk cId="3466088715" sldId="269"/>
            <ac:graphicFrameMk id="8" creationId="{53EA88BA-41BD-3C15-16D6-9AFFB6F5AD02}"/>
          </ac:graphicFrameMkLst>
        </pc:graphicFrameChg>
      </pc:sldChg>
      <pc:sldChg chg="addSp modSp add del mod">
        <pc:chgData name="Maruta Avotina" userId="1775134435_tp_dropbox_plus" providerId="OAuth2" clId="{75370C2E-659F-4C1E-9F08-52E5DFAC5905}" dt="2026-03-09T16:45:59.730" v="581" actId="47"/>
        <pc:sldMkLst>
          <pc:docMk/>
          <pc:sldMk cId="3607715508" sldId="269"/>
        </pc:sldMkLst>
        <pc:spChg chg="add mod">
          <ac:chgData name="Maruta Avotina" userId="1775134435_tp_dropbox_plus" providerId="OAuth2" clId="{75370C2E-659F-4C1E-9F08-52E5DFAC5905}" dt="2026-03-08T19:24:28.865" v="272" actId="403"/>
          <ac:spMkLst>
            <pc:docMk/>
            <pc:sldMk cId="3607715508" sldId="269"/>
            <ac:spMk id="4" creationId="{B98304F1-D74C-81A7-AEA9-CBAA397846DD}"/>
          </ac:spMkLst>
        </pc:spChg>
        <pc:graphicFrameChg chg="add mod modGraphic">
          <ac:chgData name="Maruta Avotina" userId="1775134435_tp_dropbox_plus" providerId="OAuth2" clId="{75370C2E-659F-4C1E-9F08-52E5DFAC5905}" dt="2026-03-08T19:30:19.462" v="387" actId="1076"/>
          <ac:graphicFrameMkLst>
            <pc:docMk/>
            <pc:sldMk cId="3607715508" sldId="269"/>
            <ac:graphicFrameMk id="6" creationId="{75D1E9B8-40D4-AC06-DDD0-0AC38710B98A}"/>
          </ac:graphicFrameMkLst>
        </pc:graphicFrameChg>
      </pc:sldChg>
      <pc:sldChg chg="add del">
        <pc:chgData name="Maruta Avotina" userId="1775134435_tp_dropbox_plus" providerId="OAuth2" clId="{75370C2E-659F-4C1E-9F08-52E5DFAC5905}" dt="2026-03-08T19:30:10.441" v="380" actId="47"/>
        <pc:sldMkLst>
          <pc:docMk/>
          <pc:sldMk cId="3642504008" sldId="270"/>
        </pc:sldMkLst>
      </pc:sldChg>
      <pc:sldChg chg="add del">
        <pc:chgData name="Maruta Avotina" userId="1775134435_tp_dropbox_plus" providerId="OAuth2" clId="{75370C2E-659F-4C1E-9F08-52E5DFAC5905}" dt="2026-03-08T19:30:10.879" v="381" actId="47"/>
        <pc:sldMkLst>
          <pc:docMk/>
          <pc:sldMk cId="4249825044" sldId="271"/>
        </pc:sldMkLst>
      </pc:sldChg>
      <pc:sldChg chg="add del">
        <pc:chgData name="Maruta Avotina" userId="1775134435_tp_dropbox_plus" providerId="OAuth2" clId="{75370C2E-659F-4C1E-9F08-52E5DFAC5905}" dt="2026-03-08T19:30:11.293" v="382" actId="47"/>
        <pc:sldMkLst>
          <pc:docMk/>
          <pc:sldMk cId="1841138793" sldId="272"/>
        </pc:sldMkLst>
      </pc:sldChg>
      <pc:sldChg chg="add del">
        <pc:chgData name="Maruta Avotina" userId="1775134435_tp_dropbox_plus" providerId="OAuth2" clId="{75370C2E-659F-4C1E-9F08-52E5DFAC5905}" dt="2026-03-08T19:30:11.693" v="383" actId="47"/>
        <pc:sldMkLst>
          <pc:docMk/>
          <pc:sldMk cId="1249497204" sldId="273"/>
        </pc:sldMkLst>
      </pc:sldChg>
      <pc:sldChg chg="add del">
        <pc:chgData name="Maruta Avotina" userId="1775134435_tp_dropbox_plus" providerId="OAuth2" clId="{75370C2E-659F-4C1E-9F08-52E5DFAC5905}" dt="2026-03-08T19:30:12.121" v="384" actId="47"/>
        <pc:sldMkLst>
          <pc:docMk/>
          <pc:sldMk cId="339351026" sldId="274"/>
        </pc:sldMkLst>
      </pc:sldChg>
      <pc:sldChg chg="add del">
        <pc:chgData name="Maruta Avotina" userId="1775134435_tp_dropbox_plus" providerId="OAuth2" clId="{75370C2E-659F-4C1E-9F08-52E5DFAC5905}" dt="2026-03-08T19:30:12.754" v="385" actId="47"/>
        <pc:sldMkLst>
          <pc:docMk/>
          <pc:sldMk cId="1037396885" sldId="275"/>
        </pc:sldMkLst>
      </pc:sldChg>
      <pc:sldChg chg="modSp add del mod">
        <pc:chgData name="Maruta Avotina" userId="1775134435_tp_dropbox_plus" providerId="OAuth2" clId="{75370C2E-659F-4C1E-9F08-52E5DFAC5905}" dt="2026-03-09T16:45:58.588" v="576" actId="47"/>
        <pc:sldMkLst>
          <pc:docMk/>
          <pc:sldMk cId="597945515" sldId="276"/>
        </pc:sldMkLst>
        <pc:graphicFrameChg chg="mod modGraphic">
          <ac:chgData name="Maruta Avotina" userId="1775134435_tp_dropbox_plus" providerId="OAuth2" clId="{75370C2E-659F-4C1E-9F08-52E5DFAC5905}" dt="2026-03-08T19:27:46.788" v="316" actId="14100"/>
          <ac:graphicFrameMkLst>
            <pc:docMk/>
            <pc:sldMk cId="597945515" sldId="276"/>
            <ac:graphicFrameMk id="3" creationId="{C2059D01-88FE-FB30-08CB-D6C578991CE7}"/>
          </ac:graphicFrameMkLst>
        </pc:graphicFrameChg>
      </pc:sldChg>
      <pc:sldChg chg="delSp modSp add del mod">
        <pc:chgData name="Maruta Avotina" userId="1775134435_tp_dropbox_plus" providerId="OAuth2" clId="{75370C2E-659F-4C1E-9F08-52E5DFAC5905}" dt="2026-03-09T16:46:00.223" v="582" actId="47"/>
        <pc:sldMkLst>
          <pc:docMk/>
          <pc:sldMk cId="2741439145" sldId="277"/>
        </pc:sldMkLst>
        <pc:spChg chg="del">
          <ac:chgData name="Maruta Avotina" userId="1775134435_tp_dropbox_plus" providerId="OAuth2" clId="{75370C2E-659F-4C1E-9F08-52E5DFAC5905}" dt="2026-03-08T19:30:31.992" v="391" actId="478"/>
          <ac:spMkLst>
            <pc:docMk/>
            <pc:sldMk cId="2741439145" sldId="277"/>
            <ac:spMk id="4" creationId="{87317E13-E3EB-D45A-F7DB-43C43B1EED3C}"/>
          </ac:spMkLst>
        </pc:spChg>
        <pc:graphicFrameChg chg="mod modGraphic">
          <ac:chgData name="Maruta Avotina" userId="1775134435_tp_dropbox_plus" providerId="OAuth2" clId="{75370C2E-659F-4C1E-9F08-52E5DFAC5905}" dt="2026-03-08T19:30:47.251" v="395" actId="1076"/>
          <ac:graphicFrameMkLst>
            <pc:docMk/>
            <pc:sldMk cId="2741439145" sldId="277"/>
            <ac:graphicFrameMk id="6" creationId="{D8F678D5-DEF4-F76A-5542-A46436367A31}"/>
          </ac:graphicFrameMkLst>
        </pc:graphicFrameChg>
      </pc:sldChg>
      <pc:sldChg chg="delSp modSp add del mod">
        <pc:chgData name="Maruta Avotina" userId="1775134435_tp_dropbox_plus" providerId="OAuth2" clId="{75370C2E-659F-4C1E-9F08-52E5DFAC5905}" dt="2026-03-09T16:46:00.479" v="583" actId="47"/>
        <pc:sldMkLst>
          <pc:docMk/>
          <pc:sldMk cId="4224463754" sldId="278"/>
        </pc:sldMkLst>
        <pc:spChg chg="del">
          <ac:chgData name="Maruta Avotina" userId="1775134435_tp_dropbox_plus" providerId="OAuth2" clId="{75370C2E-659F-4C1E-9F08-52E5DFAC5905}" dt="2026-03-08T19:30:36.152" v="392" actId="478"/>
          <ac:spMkLst>
            <pc:docMk/>
            <pc:sldMk cId="4224463754" sldId="278"/>
            <ac:spMk id="4" creationId="{3F160C71-659D-BC8B-2A00-7914DCDAD99D}"/>
          </ac:spMkLst>
        </pc:spChg>
        <pc:graphicFrameChg chg="mod modGraphic">
          <ac:chgData name="Maruta Avotina" userId="1775134435_tp_dropbox_plus" providerId="OAuth2" clId="{75370C2E-659F-4C1E-9F08-52E5DFAC5905}" dt="2026-03-08T19:30:41.037" v="394" actId="1076"/>
          <ac:graphicFrameMkLst>
            <pc:docMk/>
            <pc:sldMk cId="4224463754" sldId="278"/>
            <ac:graphicFrameMk id="6" creationId="{579344A6-51D0-E385-33E3-57D5502E461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7D8F-FC28-9612-2C11-C7A689374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1E0CC-2951-5D91-45AD-874B9F398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6C5D9-F22E-2BE2-5BA2-4AE6B30A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F2A1-BD63-8F61-FF8A-65ADE44E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2C804-2D48-5CA9-FAF1-4984B77C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7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3E6B-884E-2CF3-4BDF-E784C5A3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5938-4BB5-3754-B194-193766BC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3162-FE4F-B62C-7707-F3620C45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A259-9AB7-9CF9-9C53-56B68B4A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B66D-DA7A-1488-7CB6-36757D9E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25E7-DAE5-BE3B-CE5F-FB005DAB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41F4C-1857-9D46-3CB0-5C3A1BBF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225B-31F4-0A33-B8FB-C62A9E60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B337-95CE-E6C1-F2F0-C777D0C2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0D0D-522B-CC65-B9ED-F7CAD94F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E481-3E5E-379B-A540-02A6A483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2BA3-B89F-A671-7F7F-1AC2845B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A7590-9A45-BB78-781E-DD67AA5B9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0BF44-FF8F-BB7C-5D8F-89294924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EB70-AB82-8F58-3C06-8319BADD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F80AC-0C82-7944-CF24-2BED284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8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E91A-54F8-093E-ED9A-D1E80B0E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0F209-A670-B48B-E826-E47921F3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0DB64-53B1-1F9F-9161-46E53661A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CF82C-FCC5-86C1-3F5A-A49E479F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7C28D-4CA3-166B-EA35-B27095506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93250-11DE-67E4-64D5-9FFB21C6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4130F-E807-7A35-AC14-133BF46B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24577-9A7B-CED8-B1F5-8EF2659D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7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95BF-AE98-666C-2D13-8795476A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99AD2-9E25-772A-C35B-382C1B24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8F8BD-D779-E4D5-060A-043F96E9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D5CF7-D7BF-86C4-6D83-2C45B071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9F82-DD01-002B-065D-74DB4929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CB18A-C0CA-B5D8-4FBF-E1449B29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3886-CD08-D560-DDA8-C9592D3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1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356D-D7FC-3E9C-C450-F10D1284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9D71-0E25-8964-3AEC-3CED1EF7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AAAC9-B563-387E-C1DD-A7BEAD50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E4573-26CB-A1F1-54B3-2F3F43A0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F4E0-0C48-756F-25EA-EF36393D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7D9AC-A162-3791-F437-2EAECB40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B76-09B3-836E-77D7-4E00E94F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02D08-DE89-3B11-676E-EA9EC5076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501D6-4D6B-24FE-2DCA-5844CC75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5D374-2B3D-554F-84F1-44A3F7FD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A32A-973D-1BF3-9230-22D7144D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97F86-03C1-920D-B3B1-5DBE3184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CA06-83F5-5E00-35B8-740B6AE4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7A3CC-0AC6-2D91-62E9-59327899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A0E7-E5D4-C8E2-F68E-C7D00E24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FCB93-7378-A5B4-4C5E-1C2A152D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AD47-AE82-D1F4-6F0A-684CCDC2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5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0EAB7-196F-DB06-4FEA-A03C1445D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1E651-7BD5-B1A0-5EEC-9C4E181B5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8C70-6E16-2B5C-263C-F1D93B9A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C627-FF36-4C57-4E88-C2A488C1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ECEC9-C3D5-90DA-51E9-9E6B08C4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9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F6ADE-A042-594E-E2D3-0E997E1C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3B9FB-7370-3C55-8BE6-E24FCD1C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3786-C496-C253-4AA9-8577B4590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F5766-7426-43F8-8E69-B60CB63E796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E907-95D6-6717-E5CB-67AB235B9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638D-6A92-BF03-2F2C-5B455BDE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9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B41901-9BAA-5ACE-2BE5-A617D9473194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452284" y="1551191"/>
                <a:ext cx="11056372" cy="1877809"/>
              </a:xfrm>
            </p:spPr>
            <p:txBody>
              <a:bodyPr>
                <a:noAutofit/>
              </a:bodyPr>
              <a:lstStyle/>
              <a:p>
                <a:r>
                  <a:rPr lang="lv-LV" sz="5400" dirty="0">
                    <a:ea typeface="Calibri" panose="020F0502020204030204" pitchFamily="34" charset="0"/>
                  </a:rPr>
                  <a:t>Trigonometriskie </a:t>
                </a:r>
                <a:r>
                  <a:rPr lang="lv-LV" sz="5400" dirty="0" err="1">
                    <a:ea typeface="Calibri" panose="020F0502020204030204" pitchFamily="34" charset="0"/>
                  </a:rPr>
                  <a:t>pamatvienādojumi</a:t>
                </a:r>
                <a:r>
                  <a:rPr lang="lv-LV" sz="5400" dirty="0"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lv-LV" sz="5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lv-LV" sz="54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sin</m:t>
                        </m:r>
                      </m:fName>
                      <m:e>
                        <m:r>
                          <a:rPr lang="lv-LV" sz="5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lv-LV" sz="5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𝑎𝑥</m:t>
                        </m:r>
                        <m:r>
                          <a:rPr lang="lv-LV" sz="5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lv-LV" sz="5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𝑏</m:t>
                        </m:r>
                        <m:r>
                          <a:rPr lang="lv-LV" sz="5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  <m:r>
                      <a:rPr lang="lv-LV" sz="5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lv-LV" sz="5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𝑐</m:t>
                    </m:r>
                  </m:oMath>
                </a14:m>
                <a:endParaRPr lang="en-US" sz="5400" dirty="0">
                  <a:ea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B41901-9BAA-5ACE-2BE5-A617D94731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452284" y="1551191"/>
                <a:ext cx="11056372" cy="187780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A52183E-A001-5FD1-FEE8-DB27FDDF8B0C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81662" y="4747405"/>
                <a:ext cx="10820401" cy="1118807"/>
              </a:xfrm>
            </p:spPr>
            <p:txBody>
              <a:bodyPr/>
              <a:lstStyle/>
              <a:p>
                <a:pPr algn="l" fontAlgn="base"/>
                <a:r>
                  <a:rPr lang="lv-LV" dirty="0"/>
                  <a:t>Risina trigonometriskos </a:t>
                </a:r>
                <a:r>
                  <a:rPr lang="lv-LV" dirty="0" err="1"/>
                  <a:t>pamatvienādojumus</a:t>
                </a:r>
                <a:r>
                  <a:rPr lang="lv-LV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lv-LV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lv-LV" dirty="0"/>
                  <a:t>, lietojot trigonometrisko vienības riņķi.</a:t>
                </a: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A52183E-A001-5FD1-FEE8-DB27FDDF8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81662" y="4747405"/>
                <a:ext cx="10820401" cy="1118807"/>
              </a:xfrm>
              <a:blipFill>
                <a:blip r:embed="rId3"/>
                <a:stretch>
                  <a:fillRect l="-845" t="-7650" r="-1408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3B9669C-321B-88A3-E051-C26F4F933812}"/>
              </a:ext>
            </a:extLst>
          </p:cNvPr>
          <p:cNvSpPr txBox="1"/>
          <p:nvPr/>
        </p:nvSpPr>
        <p:spPr>
          <a:xfrm>
            <a:off x="8436077" y="103281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10.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A73A-C14C-BC7B-E276-FABA9C26039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</p:spTree>
    <p:extLst>
      <p:ext uri="{BB962C8B-B14F-4D97-AF65-F5344CB8AC3E}">
        <p14:creationId xmlns:p14="http://schemas.microsoft.com/office/powerpoint/2010/main" val="210877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0C35-1C88-0288-F4BD-4EE8DBB4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1D7FFF-0A16-1234-DD0C-D267030BE8A2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E1E13-1318-CE13-C034-C7DD221A27D0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10.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D4540-515D-11AF-5E15-0977E1DF127F}"/>
              </a:ext>
            </a:extLst>
          </p:cNvPr>
          <p:cNvSpPr txBox="1"/>
          <p:nvPr/>
        </p:nvSpPr>
        <p:spPr>
          <a:xfrm>
            <a:off x="452284" y="216459"/>
            <a:ext cx="6096000" cy="56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Atrisini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vienādojumu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!</a:t>
            </a:r>
            <a:endParaRPr lang="lv-LV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49E4A349-4339-C551-5969-282C7417C5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095181"/>
                  </p:ext>
                </p:extLst>
              </p:nvPr>
            </p:nvGraphicFramePr>
            <p:xfrm>
              <a:off x="505778" y="1153685"/>
              <a:ext cx="6840220" cy="56692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en-US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800" kern="0">
                                        <a:effectLst/>
                                      </a:rPr>
                                      <m:t>3</m:t>
                                    </m:r>
                                    <m:r>
                                      <a:rPr lang="en-US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en-US" sz="2800" kern="0">
                                    <a:effectLst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49E4A349-4339-C551-5969-282C7417C5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095181"/>
                  </p:ext>
                </p:extLst>
              </p:nvPr>
            </p:nvGraphicFramePr>
            <p:xfrm>
              <a:off x="505778" y="1153685"/>
              <a:ext cx="6840220" cy="56692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56692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en-US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45" t="-14894" b="-170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5" name="Attēls 1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7473E7D7-F70E-DC05-E047-CE4970A29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49" y="2261419"/>
            <a:ext cx="2632098" cy="255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6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E5F6-8701-F259-2C81-1C589C39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EAA041-A752-865B-5AF1-7730CC9863CF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350565-3F7B-AC9F-5B8D-45E0C98B20D8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10.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DBC7B170-985C-8DB8-B4C0-4FFFB24753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510210"/>
                  </p:ext>
                </p:extLst>
              </p:nvPr>
            </p:nvGraphicFramePr>
            <p:xfrm>
              <a:off x="554940" y="906006"/>
              <a:ext cx="6840220" cy="56692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 smtClean="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b="0" i="0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en-US" sz="2800" kern="0">
                                    <a:effectLst/>
                                  </a:rPr>
                                  <m:t>=</m:t>
                                </m:r>
                                <m:r>
                                  <a:rPr lang="lv-LV" sz="2800" b="0" i="0" kern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DBC7B170-985C-8DB8-B4C0-4FFFB24753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510210"/>
                  </p:ext>
                </p:extLst>
              </p:nvPr>
            </p:nvGraphicFramePr>
            <p:xfrm>
              <a:off x="554940" y="906006"/>
              <a:ext cx="6840220" cy="56692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56692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13830" b="-170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5" name="Attēls 1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A8B9FC3D-3C85-34A1-D041-26DE19E1D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49" y="2261419"/>
            <a:ext cx="2632098" cy="255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07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DDD04-5D02-79D8-C5E9-0E09DA6C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8D4D64-253F-97E7-2CC1-AA337F3000CE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2F6F55-5851-2564-6EEE-AA40B59A5B94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10.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B3DC906E-52DE-D584-5EC7-E0320B0E46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9655941"/>
                  </p:ext>
                </p:extLst>
              </p:nvPr>
            </p:nvGraphicFramePr>
            <p:xfrm>
              <a:off x="505778" y="898046"/>
              <a:ext cx="6840220" cy="91344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 smtClean="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lv-LV" sz="2800" b="0" i="0" kern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 kern="0">
                                            <a:effectLst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lv-LV" sz="2800" b="0" i="0" kern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func>
                                <m:r>
                                  <a:rPr lang="en-US" sz="2800" kern="0">
                                    <a:effectLst/>
                                  </a:rPr>
                                  <m:t>=</m:t>
                                </m:r>
                                <m:r>
                                  <a:rPr lang="lv-LV" sz="2800" b="0" i="0" kern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kern="0">
                                    <a:effectLst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B3DC906E-52DE-D584-5EC7-E0320B0E46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9655941"/>
                  </p:ext>
                </p:extLst>
              </p:nvPr>
            </p:nvGraphicFramePr>
            <p:xfrm>
              <a:off x="505778" y="898046"/>
              <a:ext cx="6840220" cy="91344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91344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4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5" name="Attēls 1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773F6948-5CAE-436C-C546-7A33F2471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49" y="2261419"/>
            <a:ext cx="2632098" cy="255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099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7AE2E-6ADD-C7AC-87D8-E5E005E10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A0E30E-72D7-A75E-CEA0-8B8A1110A83A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2BFEC-044C-ED35-4D3C-2598097E21BA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10.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99882A3E-D61C-EF6D-E53D-B34396277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214705"/>
                  </p:ext>
                </p:extLst>
              </p:nvPr>
            </p:nvGraphicFramePr>
            <p:xfrm>
              <a:off x="441609" y="684449"/>
              <a:ext cx="6840220" cy="99485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 smtClean="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b="0" i="0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en-US" sz="2800" kern="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lv-LV" sz="2800" b="0" i="0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kern="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lv-LV" sz="2800" b="0" i="0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99882A3E-D61C-EF6D-E53D-B34396277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214705"/>
                  </p:ext>
                </p:extLst>
              </p:nvPr>
            </p:nvGraphicFramePr>
            <p:xfrm>
              <a:off x="441609" y="684449"/>
              <a:ext cx="6840220" cy="99485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99485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4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5" name="Attēls 1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A264C74-0A07-F4DF-05E0-FE2FDA686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49" y="2261419"/>
            <a:ext cx="2632098" cy="255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629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53133-17A6-24BF-0D5A-65DE416D5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F6C7B8-C3FD-DABA-2814-F2D7F8BD9242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779ADD-364E-68CF-2CEE-A12BB2D9056B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10.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04B368F7-572D-5305-0146-406EAC03F4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91816"/>
                  </p:ext>
                </p:extLst>
              </p:nvPr>
            </p:nvGraphicFramePr>
            <p:xfrm>
              <a:off x="460239" y="496713"/>
              <a:ext cx="6840220" cy="110686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 smtClean="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b="0" i="0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(9−5</m:t>
                                    </m:r>
                                    <m:r>
                                      <a:rPr lang="en-US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b="0" i="0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sz="2800" kern="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lv-LV" sz="2800" b="0" i="1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lv-LV" sz="2800" b="0" i="1" kern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lv-LV" sz="2800" b="0" i="1" kern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lv-LV" sz="2800" b="0" i="1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04B368F7-572D-5305-0146-406EAC03F4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91816"/>
                  </p:ext>
                </p:extLst>
              </p:nvPr>
            </p:nvGraphicFramePr>
            <p:xfrm>
              <a:off x="460239" y="496713"/>
              <a:ext cx="6840220" cy="110686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1106869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4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5" name="Attēls 1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347BC929-889D-BBF0-C79B-812860BC1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49" y="2261419"/>
            <a:ext cx="2632098" cy="255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49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55E5-479F-FDFB-FE2E-46E50B5AA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3C0064-E586-C81F-A664-84C8D2B9B44D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15C470-199E-997F-89AD-87B217C5B13D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10.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4CF90141-426C-D15E-BFEE-29C578667E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75321"/>
                  </p:ext>
                </p:extLst>
              </p:nvPr>
            </p:nvGraphicFramePr>
            <p:xfrm>
              <a:off x="486113" y="684449"/>
              <a:ext cx="6840220" cy="100844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 smtClean="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lv-LV" sz="2800" b="0" i="0" kern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kern="0">
                                            <a:effectLst/>
                                          </a:rPr>
                                          <m:t>𝑥</m:t>
                                        </m:r>
                                        <m:r>
                                          <a:rPr lang="lv-LV" sz="2800" b="0" i="0" kern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lv-LV" sz="2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lv-LV" sz="2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lv-LV" sz="2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  <m:r>
                                  <a:rPr lang="en-US" sz="2800" kern="0">
                                    <a:effectLst/>
                                  </a:rPr>
                                  <m:t>=</m:t>
                                </m:r>
                                <m:r>
                                  <a:rPr lang="lv-LV" sz="2800" b="0" i="0" kern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lv-LV" sz="2800" b="0" i="0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kern="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lv-LV" sz="2800" b="0" i="0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4CF90141-426C-D15E-BFEE-29C578667E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75321"/>
                  </p:ext>
                </p:extLst>
              </p:nvPr>
            </p:nvGraphicFramePr>
            <p:xfrm>
              <a:off x="486113" y="684449"/>
              <a:ext cx="6840220" cy="100844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10084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4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5" name="Attēls 1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D654F9CB-43ED-DA0C-4588-814F6FDB1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49" y="2261419"/>
            <a:ext cx="2632098" cy="255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3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1C3E5-2889-7EB6-6DE2-CB6FF1D3F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D58985-39AF-C79F-D7D8-126C40566622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211654-E31A-A8A6-81E2-E57EA9349861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10.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53EA88BA-41BD-3C15-16D6-9AFFB6F5AD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9945548"/>
                  </p:ext>
                </p:extLst>
              </p:nvPr>
            </p:nvGraphicFramePr>
            <p:xfrm>
              <a:off x="505778" y="590892"/>
              <a:ext cx="6840220" cy="112045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 smtClean="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lv-LV" sz="2800" b="0" i="0" kern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kern="0">
                                            <a:effectLst/>
                                          </a:rPr>
                                          <m:t>𝑥</m:t>
                                        </m:r>
                                        <m:r>
                                          <a:rPr lang="lv-LV" sz="2800" b="0" i="0" kern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lv-LV" sz="2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lv-LV" sz="2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lv-LV" sz="2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  <m:r>
                                  <a:rPr lang="en-US" sz="2800" kern="0">
                                    <a:effectLst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lv-LV" sz="2800" b="0" i="1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lv-LV" sz="2800" b="0" i="1" kern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lv-LV" sz="2800" b="0" i="1" kern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lv-LV" sz="2800" b="0" i="1" kern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ula 7">
                <a:extLst>
                  <a:ext uri="{FF2B5EF4-FFF2-40B4-BE49-F238E27FC236}">
                    <a16:creationId xmlns:a16="http://schemas.microsoft.com/office/drawing/2014/main" id="{53EA88BA-41BD-3C15-16D6-9AFFB6F5AD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9945548"/>
                  </p:ext>
                </p:extLst>
              </p:nvPr>
            </p:nvGraphicFramePr>
            <p:xfrm>
              <a:off x="505778" y="590892"/>
              <a:ext cx="6840220" cy="112045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7223908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947396358"/>
                        </a:ext>
                      </a:extLst>
                    </a:gridCol>
                  </a:tblGrid>
                  <a:tr h="112045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r>
                            <a:rPr lang="en-US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4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7714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5" name="Attēls 1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7C84AD1-DA92-78C5-FAB6-F1CAC9EF2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49" y="2261419"/>
            <a:ext cx="2632098" cy="255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088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8bef9f-a63c-4aa5-8461-abde6ef1b13f" xsi:nil="true"/>
    <lcf76f155ced4ddcb4097134ff3c332f xmlns="ce3e92db-f657-4333-a51e-06ff60cc8bad">
      <Terms xmlns="http://schemas.microsoft.com/office/infopath/2007/PartnerControls"/>
    </lcf76f155ced4ddcb4097134ff3c332f>
    <_dlc_DocId xmlns="ce8bef9f-a63c-4aa5-8461-abde6ef1b13f">N7QR5PVYYKY3-1761010946-213298</_dlc_DocId>
    <_dlc_DocIdUrl xmlns="ce8bef9f-a63c-4aa5-8461-abde6ef1b13f">
      <Url>https://universityoflatvia387.sharepoint.com/sites/Neklatienesmatematikasskola/_layouts/15/DocIdRedir.aspx?ID=N7QR5PVYYKY3-1761010946-213298</Url>
      <Description>N7QR5PVYYKY3-1761010946-213298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s" ma:contentTypeID="0x0101002A8B9403833A1F48959392C1F5ECCA32" ma:contentTypeVersion="15" ma:contentTypeDescription="Izveidot jaunu dokumentu." ma:contentTypeScope="" ma:versionID="130ce3f0e239f9eb06c504e9d0d47fa8">
  <xsd:schema xmlns:xsd="http://www.w3.org/2001/XMLSchema" xmlns:xs="http://www.w3.org/2001/XMLSchema" xmlns:p="http://schemas.microsoft.com/office/2006/metadata/properties" xmlns:ns2="ce8bef9f-a63c-4aa5-8461-abde6ef1b13f" xmlns:ns3="ce3e92db-f657-4333-a51e-06ff60cc8bad" targetNamespace="http://schemas.microsoft.com/office/2006/metadata/properties" ma:root="true" ma:fieldsID="4c852ebde563d404607a7ac3964023bb" ns2:_="" ns3:_="">
    <xsd:import namespace="ce8bef9f-a63c-4aa5-8461-abde6ef1b13f"/>
    <xsd:import namespace="ce3e92db-f657-4333-a51e-06ff60cc8ba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2:SharedWithUsers" minOccurs="0"/>
                <xsd:element ref="ns2:SharedWithDetail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bef9f-a63c-4aa5-8461-abde6ef1b13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kumenta ID vērtība" ma:description="Šim vienumam piešķirtā dokumenta ID vērtība." ma:indexed="true" ma:internalName="_dlc_DocId" ma:readOnly="true">
      <xsd:simpleType>
        <xsd:restriction base="dms:Text"/>
      </xsd:simpleType>
    </xsd:element>
    <xsd:element name="_dlc_DocIdUrl" ma:index="9" nillable="true" ma:displayName="Dokumenta ID" ma:description="Pastāvīga saite uz šo dokumentu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5" nillable="true" ma:displayName="Taxonomy Catch All Column" ma:hidden="true" ma:list="{ef032cf2-02b7-4588-bfa3-6fcdddaebe00}" ma:internalName="TaxCatchAll" ma:showField="CatchAllData" ma:web="ce8bef9f-a63c-4aa5-8461-abde6ef1b1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Koplietots 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Koplietots ar: detalizēti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e92db-f657-4333-a51e-06ff60cc8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Attēlu atzīmes" ma:readOnly="false" ma:fieldId="{5cf76f15-5ced-4ddc-b409-7134ff3c332f}" ma:taxonomyMulti="true" ma:sspId="0bc0b185-4452-496b-8675-b05c282237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atura tips"/>
        <xsd:element ref="dc:title" minOccurs="0" maxOccurs="1" ma:index="4" ma:displayName="Virsrakst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3734F93-D68C-4196-BCBB-CC9E5A9339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AC4FDD-94D7-49B3-A7F9-BFDC35E8AEAD}">
  <ds:schemaRefs>
    <ds:schemaRef ds:uri="http://schemas.microsoft.com/office/2006/metadata/properties"/>
    <ds:schemaRef ds:uri="http://schemas.microsoft.com/office/infopath/2007/PartnerControls"/>
    <ds:schemaRef ds:uri="ce8bef9f-a63c-4aa5-8461-abde6ef1b13f"/>
    <ds:schemaRef ds:uri="ce3e92db-f657-4333-a51e-06ff60cc8bad"/>
  </ds:schemaRefs>
</ds:datastoreItem>
</file>

<file path=customXml/itemProps3.xml><?xml version="1.0" encoding="utf-8"?>
<ds:datastoreItem xmlns:ds="http://schemas.openxmlformats.org/officeDocument/2006/customXml" ds:itemID="{006F357B-7BF7-4476-A79F-5F2B01CD9E1B}"/>
</file>

<file path=customXml/itemProps4.xml><?xml version="1.0" encoding="utf-8"?>
<ds:datastoreItem xmlns:ds="http://schemas.openxmlformats.org/officeDocument/2006/customXml" ds:itemID="{1B601AA2-D1A1-45AF-BE33-5ECAE946A98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265</Words>
  <Application>Microsoft Office PowerPoint</Application>
  <PresentationFormat>Platekrāna</PresentationFormat>
  <Paragraphs>33</Paragraphs>
  <Slides>8</Slides>
  <Notes>0</Notes>
  <HiddenSlides>0</HiddenSlides>
  <MMClips>0</MMClips>
  <ScaleCrop>false</ScaleCrop>
  <HeadingPairs>
    <vt:vector size="6" baseType="variant">
      <vt:variant>
        <vt:lpstr>Lietotie fonti</vt:lpstr>
      </vt:variant>
      <vt:variant>
        <vt:i4>5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Cambria Math</vt:lpstr>
      <vt:lpstr>Times New Roman</vt:lpstr>
      <vt:lpstr>Office Theme</vt:lpstr>
      <vt:lpstr>Trigonometriskie pamatvienādojumi sin⁡〖(ax+b)〗=c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Maruta Avotiņa</dc:creator>
  <cp:lastModifiedBy>Maruta Avotiņa</cp:lastModifiedBy>
  <cp:revision>2</cp:revision>
  <dcterms:created xsi:type="dcterms:W3CDTF">2025-04-11T14:28:34Z</dcterms:created>
  <dcterms:modified xsi:type="dcterms:W3CDTF">2026-03-09T16:51:47Z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0x0101002A8B9403833A1F48959392C1F5ECCA32</vt:lpwstr>
  </property>
  <property fmtid="{D5CDD505-2E9C-101B-9397-08002B2CF9AE}" pid="3" name="_dlc_DocIdItemGuid">
    <vt:lpwstr>5cc40623-db93-449a-af05-b3c1676272e0</vt:lpwstr>
  </property>
</Properties>
</file>