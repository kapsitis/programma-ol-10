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09D48-2D2A-4536-86E3-7DC848926359}" v="13" dt="2026-03-08T19:43:07.054"/>
    <p1510:client id="{C634384C-24B5-4679-885D-473A13EA0B1E}" v="77" dt="2026-03-08T19:30:08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na" userId="1775134435_tp_dropbox_plus" providerId="OAuth2" clId="{75370C2E-659F-4C1E-9F08-52E5DFAC5905}"/>
    <pc:docChg chg="custSel addSld delSld modSld sldOrd">
      <pc:chgData name="Maruta Avotina" userId="1775134435_tp_dropbox_plus" providerId="OAuth2" clId="{75370C2E-659F-4C1E-9F08-52E5DFAC5905}" dt="2026-03-08T19:43:37.521" v="487" actId="1076"/>
      <pc:docMkLst>
        <pc:docMk/>
      </pc:docMkLst>
      <pc:sldChg chg="modSp mod">
        <pc:chgData name="Maruta Avotina" userId="1775134435_tp_dropbox_plus" providerId="OAuth2" clId="{75370C2E-659F-4C1E-9F08-52E5DFAC5905}" dt="2026-03-08T19:35:08.200" v="444" actId="20577"/>
        <pc:sldMkLst>
          <pc:docMk/>
          <pc:sldMk cId="2108770733" sldId="256"/>
        </pc:sldMkLst>
        <pc:spChg chg="mod">
          <ac:chgData name="Maruta Avotina" userId="1775134435_tp_dropbox_plus" providerId="OAuth2" clId="{75370C2E-659F-4C1E-9F08-52E5DFAC5905}" dt="2026-03-08T19:32:52.527" v="426" actId="20577"/>
          <ac:spMkLst>
            <pc:docMk/>
            <pc:sldMk cId="2108770733" sldId="256"/>
            <ac:spMk id="2" creationId="{68B41901-9BAA-5ACE-2BE5-A617D9473194}"/>
          </ac:spMkLst>
        </pc:spChg>
        <pc:spChg chg="mod">
          <ac:chgData name="Maruta Avotina" userId="1775134435_tp_dropbox_plus" providerId="OAuth2" clId="{75370C2E-659F-4C1E-9F08-52E5DFAC5905}" dt="2026-03-08T19:35:08.200" v="444" actId="20577"/>
          <ac:spMkLst>
            <pc:docMk/>
            <pc:sldMk cId="2108770733" sldId="256"/>
            <ac:spMk id="3" creationId="{AA52183E-A001-5FD1-FEE8-DB27FDDF8B0C}"/>
          </ac:spMkLst>
        </pc:spChg>
        <pc:spChg chg="mod">
          <ac:chgData name="Maruta Avotina" userId="1775134435_tp_dropbox_plus" providerId="OAuth2" clId="{75370C2E-659F-4C1E-9F08-52E5DFAC5905}" dt="2026-03-08T19:32:58.424" v="428" actId="20577"/>
          <ac:spMkLst>
            <pc:docMk/>
            <pc:sldMk cId="2108770733" sldId="256"/>
            <ac:spMk id="5" creationId="{D3B9669C-321B-88A3-E051-C26F4F933812}"/>
          </ac:spMkLst>
        </pc:spChg>
      </pc:sldChg>
      <pc:sldChg chg="addSp delSp modSp mod">
        <pc:chgData name="Maruta Avotina" userId="1775134435_tp_dropbox_plus" providerId="OAuth2" clId="{75370C2E-659F-4C1E-9F08-52E5DFAC5905}" dt="2026-03-08T19:36:17.268" v="461" actId="14100"/>
        <pc:sldMkLst>
          <pc:docMk/>
          <pc:sldMk cId="258165868" sldId="263"/>
        </pc:sldMkLst>
        <pc:spChg chg="mod">
          <ac:chgData name="Maruta Avotina" userId="1775134435_tp_dropbox_plus" providerId="OAuth2" clId="{75370C2E-659F-4C1E-9F08-52E5DFAC5905}" dt="2026-03-08T19:33:09.308" v="441" actId="20577"/>
          <ac:spMkLst>
            <pc:docMk/>
            <pc:sldMk cId="258165868" sldId="263"/>
            <ac:spMk id="2" creationId="{11CE1E13-1318-CE13-C034-C7DD221A27D0}"/>
          </ac:spMkLst>
        </pc:spChg>
        <pc:spChg chg="add del mod">
          <ac:chgData name="Maruta Avotina" userId="1775134435_tp_dropbox_plus" providerId="OAuth2" clId="{75370C2E-659F-4C1E-9F08-52E5DFAC5905}" dt="2026-03-08T19:33:06.525" v="438" actId="478"/>
          <ac:spMkLst>
            <pc:docMk/>
            <pc:sldMk cId="258165868" sldId="263"/>
            <ac:spMk id="4" creationId="{FE5F2F8C-0D7A-9C1D-305A-0D9C63DB195E}"/>
          </ac:spMkLst>
        </pc:spChg>
        <pc:spChg chg="del">
          <ac:chgData name="Maruta Avotina" userId="1775134435_tp_dropbox_plus" providerId="OAuth2" clId="{75370C2E-659F-4C1E-9F08-52E5DFAC5905}" dt="2026-03-08T19:21:46.793" v="231" actId="478"/>
          <ac:spMkLst>
            <pc:docMk/>
            <pc:sldMk cId="258165868" sldId="263"/>
            <ac:spMk id="6" creationId="{15311252-602B-8A6E-CFD0-665F1A25E0E7}"/>
          </ac:spMkLst>
        </pc:spChg>
        <pc:spChg chg="add mod">
          <ac:chgData name="Maruta Avotina" userId="1775134435_tp_dropbox_plus" providerId="OAuth2" clId="{75370C2E-659F-4C1E-9F08-52E5DFAC5905}" dt="2026-03-08T19:35:37.263" v="449" actId="14100"/>
          <ac:spMkLst>
            <pc:docMk/>
            <pc:sldMk cId="258165868" sldId="263"/>
            <ac:spMk id="6" creationId="{3302B0F4-F19A-E029-DAB4-E009CB91E826}"/>
          </ac:spMkLst>
        </pc:spChg>
        <pc:spChg chg="del">
          <ac:chgData name="Maruta Avotina" userId="1775134435_tp_dropbox_plus" providerId="OAuth2" clId="{75370C2E-659F-4C1E-9F08-52E5DFAC5905}" dt="2026-03-08T19:21:47.944" v="232" actId="478"/>
          <ac:spMkLst>
            <pc:docMk/>
            <pc:sldMk cId="258165868" sldId="263"/>
            <ac:spMk id="8" creationId="{62873C5A-B8BF-3C5E-3E16-10A142E48AD2}"/>
          </ac:spMkLst>
        </pc:spChg>
        <pc:graphicFrameChg chg="add del mod modGraphic">
          <ac:chgData name="Maruta Avotina" userId="1775134435_tp_dropbox_plus" providerId="OAuth2" clId="{75370C2E-659F-4C1E-9F08-52E5DFAC5905}" dt="2026-03-08T19:33:07.615" v="439" actId="478"/>
          <ac:graphicFrameMkLst>
            <pc:docMk/>
            <pc:sldMk cId="258165868" sldId="263"/>
            <ac:graphicFrameMk id="7" creationId="{41239D6E-A7E4-BEF2-8CDD-6F810AB8DCFC}"/>
          </ac:graphicFrameMkLst>
        </pc:graphicFrameChg>
        <pc:picChg chg="add mod">
          <ac:chgData name="Maruta Avotina" userId="1775134435_tp_dropbox_plus" providerId="OAuth2" clId="{75370C2E-659F-4C1E-9F08-52E5DFAC5905}" dt="2026-03-08T19:36:17.268" v="461" actId="14100"/>
          <ac:picMkLst>
            <pc:docMk/>
            <pc:sldMk cId="258165868" sldId="263"/>
            <ac:picMk id="8" creationId="{63A91212-5EE5-3975-9DA7-792E92538772}"/>
          </ac:picMkLst>
        </pc:picChg>
      </pc:sldChg>
      <pc:sldChg chg="addSp modSp add del mod">
        <pc:chgData name="Maruta Avotina" userId="1775134435_tp_dropbox_plus" providerId="OAuth2" clId="{75370C2E-659F-4C1E-9F08-52E5DFAC5905}" dt="2026-03-08T19:33:02.443" v="429" actId="47"/>
        <pc:sldMkLst>
          <pc:docMk/>
          <pc:sldMk cId="1651327202" sldId="264"/>
        </pc:sldMkLst>
        <pc:graphicFrameChg chg="add mod modGraphic">
          <ac:chgData name="Maruta Avotina" userId="1775134435_tp_dropbox_plus" providerId="OAuth2" clId="{75370C2E-659F-4C1E-9F08-52E5DFAC5905}" dt="2026-03-08T19:27:31.271" v="311" actId="14100"/>
          <ac:graphicFrameMkLst>
            <pc:docMk/>
            <pc:sldMk cId="1651327202" sldId="264"/>
            <ac:graphicFrameMk id="3" creationId="{740EAAB2-F472-660A-16D1-1B7EE0D55F08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49.397" v="233" actId="47"/>
        <pc:sldMkLst>
          <pc:docMk/>
          <pc:sldMk cId="3099342661" sldId="264"/>
        </pc:sldMkLst>
      </pc:sldChg>
      <pc:sldChg chg="addSp modSp add mod">
        <pc:chgData name="Maruta Avotina" userId="1775134435_tp_dropbox_plus" providerId="OAuth2" clId="{75370C2E-659F-4C1E-9F08-52E5DFAC5905}" dt="2026-03-08T19:36:28.188" v="463" actId="1076"/>
        <pc:sldMkLst>
          <pc:docMk/>
          <pc:sldMk cId="4193790936" sldId="264"/>
        </pc:sldMkLst>
        <pc:picChg chg="add mod">
          <ac:chgData name="Maruta Avotina" userId="1775134435_tp_dropbox_plus" providerId="OAuth2" clId="{75370C2E-659F-4C1E-9F08-52E5DFAC5905}" dt="2026-03-08T19:36:28.188" v="463" actId="1076"/>
          <ac:picMkLst>
            <pc:docMk/>
            <pc:sldMk cId="4193790936" sldId="264"/>
            <ac:picMk id="3" creationId="{BBBDB508-1D86-8CBA-70E0-C70F43B15E20}"/>
          </ac:picMkLst>
        </pc:picChg>
      </pc:sldChg>
      <pc:sldChg chg="addSp modSp add del mod">
        <pc:chgData name="Maruta Avotina" userId="1775134435_tp_dropbox_plus" providerId="OAuth2" clId="{75370C2E-659F-4C1E-9F08-52E5DFAC5905}" dt="2026-03-08T19:33:02.951" v="431" actId="47"/>
        <pc:sldMkLst>
          <pc:docMk/>
          <pc:sldMk cId="557975398" sldId="265"/>
        </pc:sldMkLst>
        <pc:graphicFrameChg chg="add mod modGraphic">
          <ac:chgData name="Maruta Avotina" userId="1775134435_tp_dropbox_plus" providerId="OAuth2" clId="{75370C2E-659F-4C1E-9F08-52E5DFAC5905}" dt="2026-03-08T19:27:12.199" v="306" actId="14100"/>
          <ac:graphicFrameMkLst>
            <pc:docMk/>
            <pc:sldMk cId="557975398" sldId="265"/>
            <ac:graphicFrameMk id="3" creationId="{EB0FCB7C-DD8A-D700-5592-DE23BC79EE51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49.793" v="234" actId="47"/>
        <pc:sldMkLst>
          <pc:docMk/>
          <pc:sldMk cId="2383520276" sldId="265"/>
        </pc:sldMkLst>
      </pc:sldChg>
      <pc:sldChg chg="addSp modSp add mod">
        <pc:chgData name="Maruta Avotina" userId="1775134435_tp_dropbox_plus" providerId="OAuth2" clId="{75370C2E-659F-4C1E-9F08-52E5DFAC5905}" dt="2026-03-08T19:36:42.788" v="466" actId="1076"/>
        <pc:sldMkLst>
          <pc:docMk/>
          <pc:sldMk cId="2447614029" sldId="265"/>
        </pc:sldMkLst>
        <pc:picChg chg="add mod">
          <ac:chgData name="Maruta Avotina" userId="1775134435_tp_dropbox_plus" providerId="OAuth2" clId="{75370C2E-659F-4C1E-9F08-52E5DFAC5905}" dt="2026-03-08T19:36:42.788" v="466" actId="1076"/>
          <ac:picMkLst>
            <pc:docMk/>
            <pc:sldMk cId="2447614029" sldId="265"/>
            <ac:picMk id="3" creationId="{27C02B6F-372A-0BB1-17B8-2D37C55CFE5B}"/>
          </ac:picMkLst>
        </pc:picChg>
      </pc:sldChg>
      <pc:sldChg chg="del">
        <pc:chgData name="Maruta Avotina" userId="1775134435_tp_dropbox_plus" providerId="OAuth2" clId="{75370C2E-659F-4C1E-9F08-52E5DFAC5905}" dt="2026-03-08T19:21:50.093" v="235" actId="47"/>
        <pc:sldMkLst>
          <pc:docMk/>
          <pc:sldMk cId="3767890016" sldId="266"/>
        </pc:sldMkLst>
      </pc:sldChg>
      <pc:sldChg chg="addSp modSp add del mod">
        <pc:chgData name="Maruta Avotina" userId="1775134435_tp_dropbox_plus" providerId="OAuth2" clId="{75370C2E-659F-4C1E-9F08-52E5DFAC5905}" dt="2026-03-08T19:33:03.165" v="432" actId="47"/>
        <pc:sldMkLst>
          <pc:docMk/>
          <pc:sldMk cId="3822600992" sldId="266"/>
        </pc:sldMkLst>
        <pc:spChg chg="add mod">
          <ac:chgData name="Maruta Avotina" userId="1775134435_tp_dropbox_plus" providerId="OAuth2" clId="{75370C2E-659F-4C1E-9F08-52E5DFAC5905}" dt="2026-03-08T19:23:32.271" v="265" actId="403"/>
          <ac:spMkLst>
            <pc:docMk/>
            <pc:sldMk cId="3822600992" sldId="266"/>
            <ac:spMk id="4" creationId="{FC0D4F7A-530B-6874-18A1-2E0D3DAB0D33}"/>
          </ac:spMkLst>
        </pc:spChg>
        <pc:graphicFrameChg chg="add mod modGraphic">
          <ac:chgData name="Maruta Avotina" userId="1775134435_tp_dropbox_plus" providerId="OAuth2" clId="{75370C2E-659F-4C1E-9F08-52E5DFAC5905}" dt="2026-03-08T19:28:31.328" v="338" actId="14100"/>
          <ac:graphicFrameMkLst>
            <pc:docMk/>
            <pc:sldMk cId="3822600992" sldId="266"/>
            <ac:graphicFrameMk id="6" creationId="{2CBFB913-7DC4-BDDD-2AB4-03999D8C0D5A}"/>
          </ac:graphicFrameMkLst>
        </pc:graphicFrameChg>
      </pc:sldChg>
      <pc:sldChg chg="addSp modSp add mod">
        <pc:chgData name="Maruta Avotina" userId="1775134435_tp_dropbox_plus" providerId="OAuth2" clId="{75370C2E-659F-4C1E-9F08-52E5DFAC5905}" dt="2026-03-08T19:43:22.442" v="483" actId="1076"/>
        <pc:sldMkLst>
          <pc:docMk/>
          <pc:sldMk cId="3965886573" sldId="266"/>
        </pc:sldMkLst>
        <pc:spChg chg="mod">
          <ac:chgData name="Maruta Avotina" userId="1775134435_tp_dropbox_plus" providerId="OAuth2" clId="{75370C2E-659F-4C1E-9F08-52E5DFAC5905}" dt="2026-03-08T19:36:53.523" v="470" actId="20577"/>
          <ac:spMkLst>
            <pc:docMk/>
            <pc:sldMk cId="3965886573" sldId="266"/>
            <ac:spMk id="6" creationId="{1EDEB9DF-24AE-A078-A506-034970FC4D4E}"/>
          </ac:spMkLst>
        </pc:spChg>
        <pc:picChg chg="add mod">
          <ac:chgData name="Maruta Avotina" userId="1775134435_tp_dropbox_plus" providerId="OAuth2" clId="{75370C2E-659F-4C1E-9F08-52E5DFAC5905}" dt="2026-03-08T19:43:22.442" v="483" actId="1076"/>
          <ac:picMkLst>
            <pc:docMk/>
            <pc:sldMk cId="3965886573" sldId="266"/>
            <ac:picMk id="3" creationId="{FEA1338E-1821-3C6E-190E-0D8152A67AD4}"/>
          </ac:picMkLst>
        </pc:picChg>
      </pc:sldChg>
      <pc:sldChg chg="del">
        <pc:chgData name="Maruta Avotina" userId="1775134435_tp_dropbox_plus" providerId="OAuth2" clId="{75370C2E-659F-4C1E-9F08-52E5DFAC5905}" dt="2026-03-08T19:21:50.358" v="236" actId="47"/>
        <pc:sldMkLst>
          <pc:docMk/>
          <pc:sldMk cId="567467658" sldId="267"/>
        </pc:sldMkLst>
      </pc:sldChg>
      <pc:sldChg chg="addSp delSp modSp add mod">
        <pc:chgData name="Maruta Avotina" userId="1775134435_tp_dropbox_plus" providerId="OAuth2" clId="{75370C2E-659F-4C1E-9F08-52E5DFAC5905}" dt="2026-03-08T19:43:30.882" v="485" actId="1076"/>
        <pc:sldMkLst>
          <pc:docMk/>
          <pc:sldMk cId="1580116235" sldId="267"/>
        </pc:sldMkLst>
        <pc:spChg chg="mod">
          <ac:chgData name="Maruta Avotina" userId="1775134435_tp_dropbox_plus" providerId="OAuth2" clId="{75370C2E-659F-4C1E-9F08-52E5DFAC5905}" dt="2026-03-08T19:37:08.345" v="476" actId="20577"/>
          <ac:spMkLst>
            <pc:docMk/>
            <pc:sldMk cId="1580116235" sldId="267"/>
            <ac:spMk id="6" creationId="{6DE4C072-2EFE-0FD4-E720-6D9BDCC82C5B}"/>
          </ac:spMkLst>
        </pc:spChg>
        <pc:picChg chg="add del mod">
          <ac:chgData name="Maruta Avotina" userId="1775134435_tp_dropbox_plus" providerId="OAuth2" clId="{75370C2E-659F-4C1E-9F08-52E5DFAC5905}" dt="2026-03-08T19:43:06.611" v="480" actId="478"/>
          <ac:picMkLst>
            <pc:docMk/>
            <pc:sldMk cId="1580116235" sldId="267"/>
            <ac:picMk id="3" creationId="{533B0705-EFD0-4F37-CE39-443C800A779E}"/>
          </ac:picMkLst>
        </pc:picChg>
        <pc:picChg chg="add mod">
          <ac:chgData name="Maruta Avotina" userId="1775134435_tp_dropbox_plus" providerId="OAuth2" clId="{75370C2E-659F-4C1E-9F08-52E5DFAC5905}" dt="2026-03-08T19:43:30.882" v="485" actId="1076"/>
          <ac:picMkLst>
            <pc:docMk/>
            <pc:sldMk cId="1580116235" sldId="267"/>
            <ac:picMk id="4" creationId="{5E2CC919-16FA-AC27-EDF0-0FEEE628ECAE}"/>
          </ac:picMkLst>
        </pc:picChg>
      </pc:sldChg>
      <pc:sldChg chg="addSp modSp add del mod">
        <pc:chgData name="Maruta Avotina" userId="1775134435_tp_dropbox_plus" providerId="OAuth2" clId="{75370C2E-659F-4C1E-9F08-52E5DFAC5905}" dt="2026-03-08T19:33:03.316" v="433" actId="47"/>
        <pc:sldMkLst>
          <pc:docMk/>
          <pc:sldMk cId="1801510841" sldId="267"/>
        </pc:sldMkLst>
        <pc:graphicFrameChg chg="add mod modGraphic">
          <ac:chgData name="Maruta Avotina" userId="1775134435_tp_dropbox_plus" providerId="OAuth2" clId="{75370C2E-659F-4C1E-9F08-52E5DFAC5905}" dt="2026-03-08T19:29:02.627" v="349" actId="1076"/>
          <ac:graphicFrameMkLst>
            <pc:docMk/>
            <pc:sldMk cId="1801510841" sldId="267"/>
            <ac:graphicFrameMk id="3" creationId="{D9BB4B46-9DB8-57AD-B367-99C29B8607DF}"/>
          </ac:graphicFrameMkLst>
        </pc:graphicFrameChg>
      </pc:sldChg>
      <pc:sldChg chg="addSp modSp add del mod">
        <pc:chgData name="Maruta Avotina" userId="1775134435_tp_dropbox_plus" providerId="OAuth2" clId="{75370C2E-659F-4C1E-9F08-52E5DFAC5905}" dt="2026-03-08T19:33:03.447" v="434" actId="47"/>
        <pc:sldMkLst>
          <pc:docMk/>
          <pc:sldMk cId="866755525" sldId="268"/>
        </pc:sldMkLst>
        <pc:graphicFrameChg chg="add mod modGraphic">
          <ac:chgData name="Maruta Avotina" userId="1775134435_tp_dropbox_plus" providerId="OAuth2" clId="{75370C2E-659F-4C1E-9F08-52E5DFAC5905}" dt="2026-03-08T19:29:24.410" v="358" actId="120"/>
          <ac:graphicFrameMkLst>
            <pc:docMk/>
            <pc:sldMk cId="866755525" sldId="268"/>
            <ac:graphicFrameMk id="3" creationId="{B68692C6-9A12-CDB8-E83D-109A32119BA0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50.603" v="237" actId="47"/>
        <pc:sldMkLst>
          <pc:docMk/>
          <pc:sldMk cId="1415440563" sldId="268"/>
        </pc:sldMkLst>
      </pc:sldChg>
      <pc:sldChg chg="addSp delSp modSp add mod">
        <pc:chgData name="Maruta Avotina" userId="1775134435_tp_dropbox_plus" providerId="OAuth2" clId="{75370C2E-659F-4C1E-9F08-52E5DFAC5905}" dt="2026-03-08T19:43:37.521" v="487" actId="1076"/>
        <pc:sldMkLst>
          <pc:docMk/>
          <pc:sldMk cId="1884712668" sldId="268"/>
        </pc:sldMkLst>
        <pc:picChg chg="del">
          <ac:chgData name="Maruta Avotina" userId="1775134435_tp_dropbox_plus" providerId="OAuth2" clId="{75370C2E-659F-4C1E-9F08-52E5DFAC5905}" dt="2026-03-08T19:37:15.427" v="478" actId="478"/>
          <ac:picMkLst>
            <pc:docMk/>
            <pc:sldMk cId="1884712668" sldId="268"/>
            <ac:picMk id="3" creationId="{581177D4-B0BD-E08A-87A5-980C6FD38960}"/>
          </ac:picMkLst>
        </pc:picChg>
        <pc:picChg chg="add mod">
          <ac:chgData name="Maruta Avotina" userId="1775134435_tp_dropbox_plus" providerId="OAuth2" clId="{75370C2E-659F-4C1E-9F08-52E5DFAC5905}" dt="2026-03-08T19:43:37.521" v="487" actId="1076"/>
          <ac:picMkLst>
            <pc:docMk/>
            <pc:sldMk cId="1884712668" sldId="268"/>
            <ac:picMk id="4" creationId="{5E2D35D6-0A71-7091-CA27-3562E8C00853}"/>
          </ac:picMkLst>
        </pc:picChg>
      </pc:sldChg>
      <pc:sldChg chg="del">
        <pc:chgData name="Maruta Avotina" userId="1775134435_tp_dropbox_plus" providerId="OAuth2" clId="{75370C2E-659F-4C1E-9F08-52E5DFAC5905}" dt="2026-03-08T19:21:50.874" v="238" actId="47"/>
        <pc:sldMkLst>
          <pc:docMk/>
          <pc:sldMk cId="1199201057" sldId="269"/>
        </pc:sldMkLst>
      </pc:sldChg>
      <pc:sldChg chg="addSp modSp add del mod">
        <pc:chgData name="Maruta Avotina" userId="1775134435_tp_dropbox_plus" providerId="OAuth2" clId="{75370C2E-659F-4C1E-9F08-52E5DFAC5905}" dt="2026-03-08T19:33:03.645" v="435" actId="47"/>
        <pc:sldMkLst>
          <pc:docMk/>
          <pc:sldMk cId="3607715508" sldId="269"/>
        </pc:sldMkLst>
        <pc:spChg chg="add mod">
          <ac:chgData name="Maruta Avotina" userId="1775134435_tp_dropbox_plus" providerId="OAuth2" clId="{75370C2E-659F-4C1E-9F08-52E5DFAC5905}" dt="2026-03-08T19:24:28.865" v="272" actId="403"/>
          <ac:spMkLst>
            <pc:docMk/>
            <pc:sldMk cId="3607715508" sldId="269"/>
            <ac:spMk id="4" creationId="{B98304F1-D74C-81A7-AEA9-CBAA397846DD}"/>
          </ac:spMkLst>
        </pc:spChg>
        <pc:graphicFrameChg chg="add mod modGraphic">
          <ac:chgData name="Maruta Avotina" userId="1775134435_tp_dropbox_plus" providerId="OAuth2" clId="{75370C2E-659F-4C1E-9F08-52E5DFAC5905}" dt="2026-03-08T19:30:19.462" v="387" actId="1076"/>
          <ac:graphicFrameMkLst>
            <pc:docMk/>
            <pc:sldMk cId="3607715508" sldId="269"/>
            <ac:graphicFrameMk id="6" creationId="{75D1E9B8-40D4-AC06-DDD0-0AC38710B98A}"/>
          </ac:graphicFrameMkLst>
        </pc:graphicFrameChg>
      </pc:sldChg>
      <pc:sldChg chg="add del">
        <pc:chgData name="Maruta Avotina" userId="1775134435_tp_dropbox_plus" providerId="OAuth2" clId="{75370C2E-659F-4C1E-9F08-52E5DFAC5905}" dt="2026-03-08T19:30:10.441" v="380" actId="47"/>
        <pc:sldMkLst>
          <pc:docMk/>
          <pc:sldMk cId="3642504008" sldId="270"/>
        </pc:sldMkLst>
      </pc:sldChg>
      <pc:sldChg chg="add del">
        <pc:chgData name="Maruta Avotina" userId="1775134435_tp_dropbox_plus" providerId="OAuth2" clId="{75370C2E-659F-4C1E-9F08-52E5DFAC5905}" dt="2026-03-08T19:30:10.879" v="381" actId="47"/>
        <pc:sldMkLst>
          <pc:docMk/>
          <pc:sldMk cId="4249825044" sldId="271"/>
        </pc:sldMkLst>
      </pc:sldChg>
      <pc:sldChg chg="add del">
        <pc:chgData name="Maruta Avotina" userId="1775134435_tp_dropbox_plus" providerId="OAuth2" clId="{75370C2E-659F-4C1E-9F08-52E5DFAC5905}" dt="2026-03-08T19:30:11.293" v="382" actId="47"/>
        <pc:sldMkLst>
          <pc:docMk/>
          <pc:sldMk cId="1841138793" sldId="272"/>
        </pc:sldMkLst>
      </pc:sldChg>
      <pc:sldChg chg="add del">
        <pc:chgData name="Maruta Avotina" userId="1775134435_tp_dropbox_plus" providerId="OAuth2" clId="{75370C2E-659F-4C1E-9F08-52E5DFAC5905}" dt="2026-03-08T19:30:11.693" v="383" actId="47"/>
        <pc:sldMkLst>
          <pc:docMk/>
          <pc:sldMk cId="1249497204" sldId="273"/>
        </pc:sldMkLst>
      </pc:sldChg>
      <pc:sldChg chg="add del">
        <pc:chgData name="Maruta Avotina" userId="1775134435_tp_dropbox_plus" providerId="OAuth2" clId="{75370C2E-659F-4C1E-9F08-52E5DFAC5905}" dt="2026-03-08T19:30:12.121" v="384" actId="47"/>
        <pc:sldMkLst>
          <pc:docMk/>
          <pc:sldMk cId="339351026" sldId="274"/>
        </pc:sldMkLst>
      </pc:sldChg>
      <pc:sldChg chg="add del">
        <pc:chgData name="Maruta Avotina" userId="1775134435_tp_dropbox_plus" providerId="OAuth2" clId="{75370C2E-659F-4C1E-9F08-52E5DFAC5905}" dt="2026-03-08T19:30:12.754" v="385" actId="47"/>
        <pc:sldMkLst>
          <pc:docMk/>
          <pc:sldMk cId="1037396885" sldId="275"/>
        </pc:sldMkLst>
      </pc:sldChg>
      <pc:sldChg chg="modSp add del mod">
        <pc:chgData name="Maruta Avotina" userId="1775134435_tp_dropbox_plus" providerId="OAuth2" clId="{75370C2E-659F-4C1E-9F08-52E5DFAC5905}" dt="2026-03-08T19:33:02.696" v="430" actId="47"/>
        <pc:sldMkLst>
          <pc:docMk/>
          <pc:sldMk cId="597945515" sldId="276"/>
        </pc:sldMkLst>
        <pc:graphicFrameChg chg="mod modGraphic">
          <ac:chgData name="Maruta Avotina" userId="1775134435_tp_dropbox_plus" providerId="OAuth2" clId="{75370C2E-659F-4C1E-9F08-52E5DFAC5905}" dt="2026-03-08T19:27:46.788" v="316" actId="14100"/>
          <ac:graphicFrameMkLst>
            <pc:docMk/>
            <pc:sldMk cId="597945515" sldId="276"/>
            <ac:graphicFrameMk id="3" creationId="{C2059D01-88FE-FB30-08CB-D6C578991CE7}"/>
          </ac:graphicFrameMkLst>
        </pc:graphicFrameChg>
      </pc:sldChg>
      <pc:sldChg chg="delSp modSp add del mod">
        <pc:chgData name="Maruta Avotina" userId="1775134435_tp_dropbox_plus" providerId="OAuth2" clId="{75370C2E-659F-4C1E-9F08-52E5DFAC5905}" dt="2026-03-08T19:33:04.173" v="436" actId="47"/>
        <pc:sldMkLst>
          <pc:docMk/>
          <pc:sldMk cId="2741439145" sldId="277"/>
        </pc:sldMkLst>
        <pc:spChg chg="del">
          <ac:chgData name="Maruta Avotina" userId="1775134435_tp_dropbox_plus" providerId="OAuth2" clId="{75370C2E-659F-4C1E-9F08-52E5DFAC5905}" dt="2026-03-08T19:30:31.992" v="391" actId="478"/>
          <ac:spMkLst>
            <pc:docMk/>
            <pc:sldMk cId="2741439145" sldId="277"/>
            <ac:spMk id="4" creationId="{87317E13-E3EB-D45A-F7DB-43C43B1EED3C}"/>
          </ac:spMkLst>
        </pc:spChg>
        <pc:graphicFrameChg chg="mod modGraphic">
          <ac:chgData name="Maruta Avotina" userId="1775134435_tp_dropbox_plus" providerId="OAuth2" clId="{75370C2E-659F-4C1E-9F08-52E5DFAC5905}" dt="2026-03-08T19:30:47.251" v="395" actId="1076"/>
          <ac:graphicFrameMkLst>
            <pc:docMk/>
            <pc:sldMk cId="2741439145" sldId="277"/>
            <ac:graphicFrameMk id="6" creationId="{D8F678D5-DEF4-F76A-5542-A46436367A31}"/>
          </ac:graphicFrameMkLst>
        </pc:graphicFrameChg>
      </pc:sldChg>
      <pc:sldChg chg="delSp modSp add del mod">
        <pc:chgData name="Maruta Avotina" userId="1775134435_tp_dropbox_plus" providerId="OAuth2" clId="{75370C2E-659F-4C1E-9F08-52E5DFAC5905}" dt="2026-03-08T19:33:04.485" v="437" actId="47"/>
        <pc:sldMkLst>
          <pc:docMk/>
          <pc:sldMk cId="4224463754" sldId="278"/>
        </pc:sldMkLst>
        <pc:spChg chg="del">
          <ac:chgData name="Maruta Avotina" userId="1775134435_tp_dropbox_plus" providerId="OAuth2" clId="{75370C2E-659F-4C1E-9F08-52E5DFAC5905}" dt="2026-03-08T19:30:36.152" v="392" actId="478"/>
          <ac:spMkLst>
            <pc:docMk/>
            <pc:sldMk cId="4224463754" sldId="278"/>
            <ac:spMk id="4" creationId="{3F160C71-659D-BC8B-2A00-7914DCDAD99D}"/>
          </ac:spMkLst>
        </pc:spChg>
        <pc:graphicFrameChg chg="mod modGraphic">
          <ac:chgData name="Maruta Avotina" userId="1775134435_tp_dropbox_plus" providerId="OAuth2" clId="{75370C2E-659F-4C1E-9F08-52E5DFAC5905}" dt="2026-03-08T19:30:41.037" v="394" actId="1076"/>
          <ac:graphicFrameMkLst>
            <pc:docMk/>
            <pc:sldMk cId="4224463754" sldId="278"/>
            <ac:graphicFrameMk id="6" creationId="{579344A6-51D0-E385-33E3-57D5502E461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Pāra un nepāra funkcija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10373032" cy="1118807"/>
          </a:xfrm>
        </p:spPr>
        <p:txBody>
          <a:bodyPr/>
          <a:lstStyle/>
          <a:p>
            <a:pPr algn="l" fontAlgn="base"/>
            <a:r>
              <a:rPr lang="lv-LV" dirty="0"/>
              <a:t>Uzzīmē pāra un nepāra funkcijas grafiku.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0C35-1C88-0288-F4BD-4EE8DBB4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D7FFF-0A16-1234-DD0C-D267030BE8A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E1E13-1318-CE13-C034-C7DD221A27D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2B0F4-F19A-E029-DAB4-E009CB91E826}"/>
              </a:ext>
            </a:extLst>
          </p:cNvPr>
          <p:cNvSpPr txBox="1"/>
          <p:nvPr/>
        </p:nvSpPr>
        <p:spPr>
          <a:xfrm>
            <a:off x="393289" y="402699"/>
            <a:ext cx="7737987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Papildini zīmējumu, ja funkcija ir pāra funkcija!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Attēls 7">
            <a:extLst>
              <a:ext uri="{FF2B5EF4-FFF2-40B4-BE49-F238E27FC236}">
                <a16:creationId xmlns:a16="http://schemas.microsoft.com/office/drawing/2014/main" id="{63A91212-5EE5-3975-9DA7-792E92538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43" y="1547054"/>
            <a:ext cx="499721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44F4A-730D-3842-9E63-CAD17E6B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1B75F2-854D-38D3-7062-D3D5DD1AEFFD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E0BB1-6700-79B0-8010-B0A549E12911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97D93-8CF1-28B2-37C2-2C80BDCFDBB4}"/>
              </a:ext>
            </a:extLst>
          </p:cNvPr>
          <p:cNvSpPr txBox="1"/>
          <p:nvPr/>
        </p:nvSpPr>
        <p:spPr>
          <a:xfrm>
            <a:off x="393289" y="402699"/>
            <a:ext cx="7737987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Papildini zīmējumu, ja funkcija ir pāra funkcija!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BBBDB508-1D86-8CBA-70E0-C70F43B1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58" y="1361272"/>
            <a:ext cx="481448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9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995E-C060-DF12-B08A-B9828AB7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1454C6-31B7-650D-A70F-2A7FC27AC45E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5251F-E069-E9BC-8BB1-C81D13D8F8F3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535A1-1075-D208-816F-C32A815E7542}"/>
              </a:ext>
            </a:extLst>
          </p:cNvPr>
          <p:cNvSpPr txBox="1"/>
          <p:nvPr/>
        </p:nvSpPr>
        <p:spPr>
          <a:xfrm>
            <a:off x="393289" y="402699"/>
            <a:ext cx="7737987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Papildini zīmējumu, ja funkcija ir pāra funkcija!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27C02B6F-372A-0BB1-17B8-2D37C55C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24" y="1376462"/>
            <a:ext cx="508412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1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C35D6-2C87-A7B3-94A7-3A36DE54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CB5CF2-A54B-D1CB-58BD-8AECE2346159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465102-AE6E-0FD5-84EC-DF3948231859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EB9DF-24AE-A078-A506-034970FC4D4E}"/>
              </a:ext>
            </a:extLst>
          </p:cNvPr>
          <p:cNvSpPr txBox="1"/>
          <p:nvPr/>
        </p:nvSpPr>
        <p:spPr>
          <a:xfrm>
            <a:off x="393289" y="402699"/>
            <a:ext cx="7737987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Papildini zīmējumu, ja funkcija ir nepāra funkcija!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FEA1338E-1821-3C6E-190E-0D8152A6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86" y="1400266"/>
            <a:ext cx="499721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86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241D-51F5-41AD-7817-BB653668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490861-356C-BBFA-C173-FEBD8641710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4CECBB-A1A5-AE07-4A88-818DEB226276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4C072-2EFE-0FD4-E720-6D9BDCC82C5B}"/>
              </a:ext>
            </a:extLst>
          </p:cNvPr>
          <p:cNvSpPr txBox="1"/>
          <p:nvPr/>
        </p:nvSpPr>
        <p:spPr>
          <a:xfrm>
            <a:off x="393289" y="402699"/>
            <a:ext cx="7737987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Papildini zīmējumu, ja funkcija ir nepāra funkcija!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5E2CC919-16FA-AC27-EDF0-0FEEE628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63" y="1449427"/>
            <a:ext cx="507743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16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C77A-0AC2-5D84-D9CC-49A75B7D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BF7DDE-E024-4757-CA11-10C0DF5E24A8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EA8D7D-89DD-2692-8683-3D7DF955C3DE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7.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860D1-8E7E-39C0-E23C-AFD69C3C20AD}"/>
              </a:ext>
            </a:extLst>
          </p:cNvPr>
          <p:cNvSpPr txBox="1"/>
          <p:nvPr/>
        </p:nvSpPr>
        <p:spPr>
          <a:xfrm>
            <a:off x="393289" y="402699"/>
            <a:ext cx="7737987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Papildini zīmējumu, ja funkcija ir nepāra funkcija!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5E2D35D6-0A71-7091-CA27-3562E8C0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24" y="1518253"/>
            <a:ext cx="500835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1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N7QR5PVYYKY3-1761010946-213713</_dlc_DocId>
    <_dlc_DocIdUrl xmlns="ce8bef9f-a63c-4aa5-8461-abde6ef1b13f">
      <Url>https://universityoflatvia387.sharepoint.com/sites/Neklatienesmatematikasskola/_layouts/15/DocIdRedir.aspx?ID=N7QR5PVYYKY3-1761010946-213713</Url>
      <Description>N7QR5PVYYKY3-1761010946-213713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3.xml><?xml version="1.0" encoding="utf-8"?>
<ds:datastoreItem xmlns:ds="http://schemas.openxmlformats.org/officeDocument/2006/customXml" ds:itemID="{1CE0559A-5051-4108-901F-3E65FE82AECA}"/>
</file>

<file path=customXml/itemProps4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259</Words>
  <Application>Microsoft Office PowerPoint</Application>
  <PresentationFormat>Platekrāna</PresentationFormat>
  <Paragraphs>22</Paragraphs>
  <Slides>7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4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Office Theme</vt:lpstr>
      <vt:lpstr>Pāra un nepāra funkcija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2026-03-08T19:43:46Z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fcbaa4d6-8624-432a-a2b5-2d93b6638001</vt:lpwstr>
  </property>
</Properties>
</file>