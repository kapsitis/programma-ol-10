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61" r:id="rId7"/>
    <p:sldId id="262" r:id="rId8"/>
    <p:sldId id="263" r:id="rId9"/>
    <p:sldId id="269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625C8E-4A93-4BB1-9918-8F4218B2498B}" v="15" dt="2026-05-07T08:10:37.1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Gaišs stils 2 - izcēlums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Vidējs stils 2 - izcēlum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Bez stila, režģa tabu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uta Avotiņa" userId="5ee6cc93-0b56-4a1a-9942-306bf2cf4d6f" providerId="ADAL" clId="{80578D2C-F4BC-43A0-B4C8-53FFF642A691}"/>
    <pc:docChg chg="addSld modSld">
      <pc:chgData name="Maruta Avotiņa" userId="5ee6cc93-0b56-4a1a-9942-306bf2cf4d6f" providerId="ADAL" clId="{80578D2C-F4BC-43A0-B4C8-53FFF642A691}" dt="2026-05-07T08:11:01.288" v="29" actId="1076"/>
      <pc:docMkLst>
        <pc:docMk/>
      </pc:docMkLst>
      <pc:sldChg chg="modSp mod">
        <pc:chgData name="Maruta Avotiņa" userId="5ee6cc93-0b56-4a1a-9942-306bf2cf4d6f" providerId="ADAL" clId="{80578D2C-F4BC-43A0-B4C8-53FFF642A691}" dt="2026-05-07T08:11:01.288" v="29" actId="1076"/>
        <pc:sldMkLst>
          <pc:docMk/>
          <pc:sldMk cId="2366732264" sldId="263"/>
        </pc:sldMkLst>
        <pc:graphicFrameChg chg="mod modGraphic">
          <ac:chgData name="Maruta Avotiņa" userId="5ee6cc93-0b56-4a1a-9942-306bf2cf4d6f" providerId="ADAL" clId="{80578D2C-F4BC-43A0-B4C8-53FFF642A691}" dt="2026-05-07T08:11:01.288" v="29" actId="1076"/>
          <ac:graphicFrameMkLst>
            <pc:docMk/>
            <pc:sldMk cId="2366732264" sldId="263"/>
            <ac:graphicFrameMk id="3" creationId="{D5F88CC9-72CD-BE55-5B93-22874D470D97}"/>
          </ac:graphicFrameMkLst>
        </pc:graphicFrameChg>
      </pc:sldChg>
      <pc:sldChg chg="modSp mod">
        <pc:chgData name="Maruta Avotiņa" userId="5ee6cc93-0b56-4a1a-9942-306bf2cf4d6f" providerId="ADAL" clId="{80578D2C-F4BC-43A0-B4C8-53FFF642A691}" dt="2026-05-07T08:10:58.287" v="28" actId="1076"/>
        <pc:sldMkLst>
          <pc:docMk/>
          <pc:sldMk cId="71140680" sldId="269"/>
        </pc:sldMkLst>
        <pc:graphicFrameChg chg="mod modGraphic">
          <ac:chgData name="Maruta Avotiņa" userId="5ee6cc93-0b56-4a1a-9942-306bf2cf4d6f" providerId="ADAL" clId="{80578D2C-F4BC-43A0-B4C8-53FFF642A691}" dt="2026-05-07T08:10:58.287" v="28" actId="1076"/>
          <ac:graphicFrameMkLst>
            <pc:docMk/>
            <pc:sldMk cId="71140680" sldId="269"/>
            <ac:graphicFrameMk id="3" creationId="{4EFEB235-D922-CCD4-9433-A140103CC51E}"/>
          </ac:graphicFrameMkLst>
        </pc:graphicFrameChg>
      </pc:sldChg>
      <pc:sldChg chg="modSp mod">
        <pc:chgData name="Maruta Avotiņa" userId="5ee6cc93-0b56-4a1a-9942-306bf2cf4d6f" providerId="ADAL" clId="{80578D2C-F4BC-43A0-B4C8-53FFF642A691}" dt="2026-05-07T08:10:55.393" v="27" actId="1076"/>
        <pc:sldMkLst>
          <pc:docMk/>
          <pc:sldMk cId="246867803" sldId="270"/>
        </pc:sldMkLst>
        <pc:graphicFrameChg chg="mod modGraphic">
          <ac:chgData name="Maruta Avotiņa" userId="5ee6cc93-0b56-4a1a-9942-306bf2cf4d6f" providerId="ADAL" clId="{80578D2C-F4BC-43A0-B4C8-53FFF642A691}" dt="2026-05-07T08:10:55.393" v="27" actId="1076"/>
          <ac:graphicFrameMkLst>
            <pc:docMk/>
            <pc:sldMk cId="246867803" sldId="270"/>
            <ac:graphicFrameMk id="3" creationId="{AC9C83DF-6D3E-0941-182E-82ACF3AA56E9}"/>
          </ac:graphicFrameMkLst>
        </pc:graphicFrameChg>
      </pc:sldChg>
      <pc:sldChg chg="modSp mod">
        <pc:chgData name="Maruta Avotiņa" userId="5ee6cc93-0b56-4a1a-9942-306bf2cf4d6f" providerId="ADAL" clId="{80578D2C-F4BC-43A0-B4C8-53FFF642A691}" dt="2026-05-07T08:10:52.937" v="26" actId="1076"/>
        <pc:sldMkLst>
          <pc:docMk/>
          <pc:sldMk cId="4239260104" sldId="271"/>
        </pc:sldMkLst>
        <pc:graphicFrameChg chg="mod modGraphic">
          <ac:chgData name="Maruta Avotiņa" userId="5ee6cc93-0b56-4a1a-9942-306bf2cf4d6f" providerId="ADAL" clId="{80578D2C-F4BC-43A0-B4C8-53FFF642A691}" dt="2026-05-07T08:10:52.937" v="26" actId="1076"/>
          <ac:graphicFrameMkLst>
            <pc:docMk/>
            <pc:sldMk cId="4239260104" sldId="271"/>
            <ac:graphicFrameMk id="3" creationId="{B4E3281C-E726-A552-9D15-37D760B53371}"/>
          </ac:graphicFrameMkLst>
        </pc:graphicFrameChg>
      </pc:sldChg>
      <pc:sldChg chg="modSp mod">
        <pc:chgData name="Maruta Avotiņa" userId="5ee6cc93-0b56-4a1a-9942-306bf2cf4d6f" providerId="ADAL" clId="{80578D2C-F4BC-43A0-B4C8-53FFF642A691}" dt="2026-05-07T08:10:18.478" v="18" actId="255"/>
        <pc:sldMkLst>
          <pc:docMk/>
          <pc:sldMk cId="2492253889" sldId="272"/>
        </pc:sldMkLst>
        <pc:graphicFrameChg chg="mod modGraphic">
          <ac:chgData name="Maruta Avotiņa" userId="5ee6cc93-0b56-4a1a-9942-306bf2cf4d6f" providerId="ADAL" clId="{80578D2C-F4BC-43A0-B4C8-53FFF642A691}" dt="2026-05-07T08:10:18.478" v="18" actId="255"/>
          <ac:graphicFrameMkLst>
            <pc:docMk/>
            <pc:sldMk cId="2492253889" sldId="272"/>
            <ac:graphicFrameMk id="3" creationId="{9A93FBFF-1B8B-AA35-29C3-AA9769D14267}"/>
          </ac:graphicFrameMkLst>
        </pc:graphicFrameChg>
      </pc:sldChg>
      <pc:sldChg chg="modSp add mod">
        <pc:chgData name="Maruta Avotiņa" userId="5ee6cc93-0b56-4a1a-9942-306bf2cf4d6f" providerId="ADAL" clId="{80578D2C-F4BC-43A0-B4C8-53FFF642A691}" dt="2026-05-07T08:10:12.486" v="17" actId="255"/>
        <pc:sldMkLst>
          <pc:docMk/>
          <pc:sldMk cId="3335920844" sldId="273"/>
        </pc:sldMkLst>
        <pc:graphicFrameChg chg="mod modGraphic">
          <ac:chgData name="Maruta Avotiņa" userId="5ee6cc93-0b56-4a1a-9942-306bf2cf4d6f" providerId="ADAL" clId="{80578D2C-F4BC-43A0-B4C8-53FFF642A691}" dt="2026-05-07T08:10:12.486" v="17" actId="255"/>
          <ac:graphicFrameMkLst>
            <pc:docMk/>
            <pc:sldMk cId="3335920844" sldId="273"/>
            <ac:graphicFrameMk id="3" creationId="{1A20EEF3-D4F3-5730-AFA4-B15D2C29DF4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7D8F-FC28-9612-2C11-C7A689374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1E0CC-2951-5D91-45AD-874B9F398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6C5D9-F22E-2BE2-5BA2-4AE6B30A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2F2A1-BD63-8F61-FF8A-65ADE44E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2C804-2D48-5CA9-FAF1-4984B77C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7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63E6B-884E-2CF3-4BDF-E784C5A3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C5938-4BB5-3754-B194-193766BC0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C3162-FE4F-B62C-7707-F3620C45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1A259-9AB7-9CF9-9C53-56B68B4AB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9B66D-DA7A-1488-7CB6-36757D9E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17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25E7-DAE5-BE3B-CE5F-FB005DAB7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41F4C-1857-9D46-3CB0-5C3A1BBF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9225B-31F4-0A33-B8FB-C62A9E60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3B337-95CE-E6C1-F2F0-C777D0C2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50D0D-522B-CC65-B9ED-F7CAD94F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E481-3E5E-379B-A540-02A6A483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22BA3-B89F-A671-7F7F-1AC2845B9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A7590-9A45-BB78-781E-DD67AA5B9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0BF44-FF8F-BB7C-5D8F-89294924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FEB70-AB82-8F58-3C06-8319BADD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F80AC-0C82-7944-CF24-2BED284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8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E91A-54F8-093E-ED9A-D1E80B0ED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0F209-A670-B48B-E826-E47921F38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0DB64-53B1-1F9F-9161-46E53661A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CF82C-FCC5-86C1-3F5A-A49E479FF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7C28D-4CA3-166B-EA35-B270955060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93250-11DE-67E4-64D5-9FFB21C6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4130F-E807-7A35-AC14-133BF46B7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724577-9A7B-CED8-B1F5-8EF2659D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7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95BF-AE98-666C-2D13-8795476A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99AD2-9E25-772A-C35B-382C1B248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68F8BD-D779-E4D5-060A-043F96E9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D5CF7-D7BF-86C4-6D83-2C45B071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0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09F82-DD01-002B-065D-74DB4929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CB18A-C0CA-B5D8-4FBF-E1449B29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53886-CD08-D560-DDA8-C9592D3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1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356D-D7FC-3E9C-C450-F10D1284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89D71-0E25-8964-3AEC-3CED1EF79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AAAC9-B563-387E-C1DD-A7BEAD50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E4573-26CB-A1F1-54B3-2F3F43A0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1F4E0-0C48-756F-25EA-EF36393D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7D9AC-A162-3791-F437-2EAECB402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6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B76-09B3-836E-77D7-4E00E94F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02D08-DE89-3B11-676E-EA9EC5076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501D6-4D6B-24FE-2DCA-5844CC756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5D374-2B3D-554F-84F1-44A3F7FD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7A32A-973D-1BF3-9230-22D7144D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97F86-03C1-920D-B3B1-5DBE3184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3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CA06-83F5-5E00-35B8-740B6AE4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7A3CC-0AC6-2D91-62E9-593278991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A0E7-E5D4-C8E2-F68E-C7D00E248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FCB93-7378-A5B4-4C5E-1C2A152D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3AD47-AE82-D1F4-6F0A-684CCDC2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5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70EAB7-196F-DB06-4FEA-A03C1445D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1E651-7BD5-B1A0-5EEC-9C4E181B5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A8C70-6E16-2B5C-263C-F1D93B9A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1C627-FF36-4C57-4E88-C2A488C1C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ECEC9-C3D5-90DA-51E9-9E6B08C4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9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F6ADE-A042-594E-E2D3-0E997E1C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3B9FB-7370-3C55-8BE6-E24FCD1C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93786-C496-C253-4AA9-8577B4590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F5766-7426-43F8-8E69-B60CB63E796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4E907-95D6-6717-E5CB-67AB235B9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6638D-6A92-BF03-2F2C-5B455BDE2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9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41901-9BAA-5ACE-2BE5-A617D947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284" y="1551191"/>
            <a:ext cx="11056372" cy="1877809"/>
          </a:xfrm>
        </p:spPr>
        <p:txBody>
          <a:bodyPr>
            <a:noAutofit/>
          </a:bodyPr>
          <a:lstStyle/>
          <a:p>
            <a:r>
              <a:rPr lang="lv-LV" dirty="0">
                <a:ea typeface="Calibri" panose="020F0502020204030204" pitchFamily="34" charset="0"/>
              </a:rPr>
              <a:t>Substitūciju metode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2183E-A001-5FD1-FEE8-DB27FDDF8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624" y="4675823"/>
            <a:ext cx="9920749" cy="1118807"/>
          </a:xfrm>
        </p:spPr>
        <p:txBody>
          <a:bodyPr/>
          <a:lstStyle/>
          <a:p>
            <a:pPr algn="l" fontAlgn="base"/>
            <a:r>
              <a:rPr lang="lv-LV" dirty="0"/>
              <a:t>Uzraksta vienādojumu, lietojot doto substitūciju</a:t>
            </a:r>
          </a:p>
          <a:p>
            <a:pPr algn="l" fontAlgn="base"/>
            <a:r>
              <a:rPr lang="lv-LV" dirty="0"/>
              <a:t>Atrisina daļveida vienādojumu, lietojot substitūciju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9669C-321B-88A3-E051-C26F4F933812}"/>
              </a:ext>
            </a:extLst>
          </p:cNvPr>
          <p:cNvSpPr txBox="1"/>
          <p:nvPr/>
        </p:nvSpPr>
        <p:spPr>
          <a:xfrm>
            <a:off x="8436077" y="103281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3. temats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8A73A-C14C-BC7B-E276-FABA9C260391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</p:spTree>
    <p:extLst>
      <p:ext uri="{BB962C8B-B14F-4D97-AF65-F5344CB8AC3E}">
        <p14:creationId xmlns:p14="http://schemas.microsoft.com/office/powerpoint/2010/main" val="2108770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D1F09-28D5-80BB-D53B-594901C04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F0DFBA-C556-5568-16C1-99B8FC0F2444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6DC85E-D248-F6F4-636D-1AA9C3B21A37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3. temats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7D432F01-53D6-23B5-992F-1C7B545E48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5301973"/>
                  </p:ext>
                </p:extLst>
              </p:nvPr>
            </p:nvGraphicFramePr>
            <p:xfrm>
              <a:off x="572838" y="1645336"/>
              <a:ext cx="9736284" cy="394512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938631556"/>
                        </a:ext>
                      </a:extLst>
                    </a:gridCol>
                    <a:gridCol w="9016284">
                      <a:extLst>
                        <a:ext uri="{9D8B030D-6E8A-4147-A177-3AD203B41FA5}">
                          <a16:colId xmlns:a16="http://schemas.microsoft.com/office/drawing/2014/main" val="2451119976"/>
                        </a:ext>
                      </a:extLst>
                    </a:gridCol>
                  </a:tblGrid>
                  <a:tr h="35759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lv-LV" sz="2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lv-LV" sz="2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lv-LV" sz="2400" ker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lv-LV" sz="2400" ker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lv-LV" sz="2400" kern="0">
                                    <a:effectLst/>
                                    <a:latin typeface="Cambria Math" panose="02040503050406030204" pitchFamily="18" charset="0"/>
                                  </a:rPr>
                                  <m:t>−10⋅</m:t>
                                </m:r>
                                <m:f>
                                  <m:fPr>
                                    <m:ctrlP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lv-LV" sz="2400" kern="0">
                                    <a:effectLst/>
                                    <a:latin typeface="Cambria Math" panose="02040503050406030204" pitchFamily="18" charset="0"/>
                                  </a:rPr>
                                  <m:t>+9=0</m:t>
                                </m:r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Apz</a:t>
                          </a: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lv-LV" sz="24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lv-LV" sz="2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lv-LV" sz="2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lv-LV" sz="2400" ker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lv-LV" sz="2400" kern="0">
                                  <a:effectLst/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  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73806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</a:t>
                          </a:r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lv-LV" sz="2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lv-LV" sz="2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lv-LV" sz="2400" ker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lv-LV" sz="2400" ker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lv-LV" sz="2400" ker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lv-LV" sz="2400" kern="0">
                                    <a:effectLst/>
                                    <a:latin typeface="Cambria Math" panose="02040503050406030204" pitchFamily="18" charset="0"/>
                                  </a:rPr>
                                  <m:t>+49=0</m:t>
                                </m:r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Apz</a:t>
                          </a: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  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116853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7D432F01-53D6-23B5-992F-1C7B545E48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5301973"/>
                  </p:ext>
                </p:extLst>
              </p:nvPr>
            </p:nvGraphicFramePr>
            <p:xfrm>
              <a:off x="572838" y="1645336"/>
              <a:ext cx="9736284" cy="3975545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938631556"/>
                        </a:ext>
                      </a:extLst>
                    </a:gridCol>
                    <a:gridCol w="9016284">
                      <a:extLst>
                        <a:ext uri="{9D8B030D-6E8A-4147-A177-3AD203B41FA5}">
                          <a16:colId xmlns:a16="http://schemas.microsoft.com/office/drawing/2014/main" val="2451119976"/>
                        </a:ext>
                      </a:extLst>
                    </a:gridCol>
                  </a:tblGrid>
                  <a:tr h="20747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968" t="-4399" b="-91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80680"/>
                      </a:ext>
                    </a:extLst>
                  </a:tr>
                  <a:tr h="1900809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</a:t>
                          </a:r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968" t="-1137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168536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1057916-6BB5-47BF-BD05-1BEF2748554C}"/>
              </a:ext>
            </a:extLst>
          </p:cNvPr>
          <p:cNvSpPr txBox="1"/>
          <p:nvPr/>
        </p:nvSpPr>
        <p:spPr>
          <a:xfrm>
            <a:off x="363793" y="240044"/>
            <a:ext cx="8386916" cy="91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lv-LV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</a:t>
            </a:r>
            <a:r>
              <a:rPr lang="lv-LV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Uzraksti vienādojumu, lietojot doto substitūciju vai ieviešot substitūciju!</a:t>
            </a:r>
            <a:endParaRPr lang="lv-LV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841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5AAED-E15D-1C38-BB97-2E911967B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2AF121-182B-79BE-F044-475E8FBEE281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0E5992-6A43-E6BF-94F0-969356BF2200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3. temats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A4618143-A028-710F-C49F-F01BB49036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2325440"/>
                  </p:ext>
                </p:extLst>
              </p:nvPr>
            </p:nvGraphicFramePr>
            <p:xfrm>
              <a:off x="684929" y="966757"/>
              <a:ext cx="8591539" cy="5060417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04408051"/>
                        </a:ext>
                      </a:extLst>
                    </a:gridCol>
                    <a:gridCol w="7871539">
                      <a:extLst>
                        <a:ext uri="{9D8B030D-6E8A-4147-A177-3AD203B41FA5}">
                          <a16:colId xmlns:a16="http://schemas.microsoft.com/office/drawing/2014/main" val="2678800634"/>
                        </a:ext>
                      </a:extLst>
                    </a:gridCol>
                  </a:tblGrid>
                  <a:tr h="2327909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5−</m:t>
                                    </m:r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den>
                                </m:f>
                                <m:r>
                                  <a:rPr lang="lv-LV" sz="2400" kern="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num>
                                  <m:den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5−</m:t>
                                    </m:r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lv-LV" sz="2400" kern="0">
                                    <a:effectLst/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Bef>
                              <a:spcPts val="1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Apz</a:t>
                          </a: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lv-LV" sz="24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lv-LV" sz="2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5−</m:t>
                                  </m:r>
                                  <m:r>
                                    <a:rPr lang="lv-LV" sz="2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lv-LV" sz="2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lv-LV" sz="2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+3</m:t>
                                  </m:r>
                                </m:den>
                              </m:f>
                              <m:r>
                                <a:rPr lang="lv-LV" sz="2400" ker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lv-LV" sz="2400" kern="0">
                                  <a:effectLst/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87529626"/>
                      </a:ext>
                    </a:extLst>
                  </a:tr>
                  <a:tr h="273250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</a:t>
                          </a:r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lv-LV" sz="2400" kern="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d>
                                      <m:dPr>
                                        <m:ctrlPr>
                                          <a:rPr lang="lv-LV" sz="2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lv-LV" sz="24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lv-LV" sz="24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lv-LV" sz="24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lv-LV" sz="2400" kern="0">
                                    <a:effectLst/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Bef>
                              <a:spcPts val="1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Apz</a:t>
                          </a: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54984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A4618143-A028-710F-C49F-F01BB49036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2325440"/>
                  </p:ext>
                </p:extLst>
              </p:nvPr>
            </p:nvGraphicFramePr>
            <p:xfrm>
              <a:off x="684929" y="966757"/>
              <a:ext cx="8591539" cy="5060417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04408051"/>
                        </a:ext>
                      </a:extLst>
                    </a:gridCol>
                    <a:gridCol w="7871539">
                      <a:extLst>
                        <a:ext uri="{9D8B030D-6E8A-4147-A177-3AD203B41FA5}">
                          <a16:colId xmlns:a16="http://schemas.microsoft.com/office/drawing/2014/main" val="2678800634"/>
                        </a:ext>
                      </a:extLst>
                    </a:gridCol>
                  </a:tblGrid>
                  <a:tr h="2327909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133" t="-3927" b="-1175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7529626"/>
                      </a:ext>
                    </a:extLst>
                  </a:tr>
                  <a:tr h="273250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</a:t>
                          </a:r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133" t="-884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49845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58116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E64D-7FD7-4A00-563C-D9438DF10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668C60-264B-6802-A487-6FA11BA3D44C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C82CF-BDF6-8C5A-23B4-2D692EED6C27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3.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D5F88CC9-72CD-BE55-5B93-22874D470D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6274402"/>
                  </p:ext>
                </p:extLst>
              </p:nvPr>
            </p:nvGraphicFramePr>
            <p:xfrm>
              <a:off x="456525" y="241187"/>
              <a:ext cx="7199283" cy="1068261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771312821"/>
                        </a:ext>
                      </a:extLst>
                    </a:gridCol>
                    <a:gridCol w="6479283">
                      <a:extLst>
                        <a:ext uri="{9D8B030D-6E8A-4147-A177-3AD203B41FA5}">
                          <a16:colId xmlns:a16="http://schemas.microsoft.com/office/drawing/2014/main" val="3965560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lv-LV" sz="24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lv-LV" sz="2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lv-LV" sz="2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lv-LV" sz="2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  <m:t>−2</m:t>
                                            </m:r>
                                          </m:num>
                                          <m:den>
                                            <m:r>
                                              <a:rPr lang="lv-LV" sz="2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lv-LV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+4∙</m:t>
                                </m:r>
                                <m:d>
                                  <m:dPr>
                                    <m:ctrlP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−2</m:t>
                                        </m:r>
                                      </m:num>
                                      <m:den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lv-LV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−12=0</m:t>
                                </m:r>
                              </m:oMath>
                            </m:oMathPara>
                          </a14:m>
                          <a:endParaRPr lang="lv-LV" sz="24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432107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D5F88CC9-72CD-BE55-5B93-22874D470D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6274402"/>
                  </p:ext>
                </p:extLst>
              </p:nvPr>
            </p:nvGraphicFramePr>
            <p:xfrm>
              <a:off x="456525" y="241187"/>
              <a:ext cx="7199283" cy="1068261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771312821"/>
                        </a:ext>
                      </a:extLst>
                    </a:gridCol>
                    <a:gridCol w="6479283">
                      <a:extLst>
                        <a:ext uri="{9D8B030D-6E8A-4147-A177-3AD203B41FA5}">
                          <a16:colId xmlns:a16="http://schemas.microsoft.com/office/drawing/2014/main" val="3965560457"/>
                        </a:ext>
                      </a:extLst>
                    </a:gridCol>
                  </a:tblGrid>
                  <a:tr h="106826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10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2107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66732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CD2D3-F4D1-9344-EAE4-B3763DDBD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EC369D-DB90-64E1-D6BD-C18A270A4804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341300-2C85-FC03-D07C-C2BBEC289403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3.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4EFEB235-D922-CCD4-9433-A140103CC5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2463316"/>
                  </p:ext>
                </p:extLst>
              </p:nvPr>
            </p:nvGraphicFramePr>
            <p:xfrm>
              <a:off x="494478" y="219431"/>
              <a:ext cx="7199283" cy="1068261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771312821"/>
                        </a:ext>
                      </a:extLst>
                    </a:gridCol>
                    <a:gridCol w="6479283">
                      <a:extLst>
                        <a:ext uri="{9D8B030D-6E8A-4147-A177-3AD203B41FA5}">
                          <a16:colId xmlns:a16="http://schemas.microsoft.com/office/drawing/2014/main" val="3965560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</a:t>
                          </a:r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lv-LV" sz="24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3∙</m:t>
                                </m:r>
                                <m:sSup>
                                  <m:sSupPr>
                                    <m:ctrlP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lv-LV" sz="2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lv-LV" sz="2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  <m:t>1−2</m:t>
                                            </m:r>
                                            <m:r>
                                              <a:rPr lang="lv-LV" sz="2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  <m:t>𝑥</m:t>
                                            </m:r>
                                          </m:num>
                                          <m:den>
                                            <m:r>
                                              <a:rPr lang="lv-LV" sz="2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  <m:t>3</m:t>
                                            </m:r>
                                            <m:r>
                                              <a:rPr lang="lv-LV" sz="2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lv-LV" sz="2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  <m:t>+1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lv-LV" sz="24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lv-LV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1−2</m:t>
                                    </m:r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+1</m:t>
                                    </m:r>
                                  </m:den>
                                </m:f>
                                <m:r>
                                  <a:rPr lang="lv-LV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lv-LV" sz="24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2497738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4EFEB235-D922-CCD4-9433-A140103CC5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2463316"/>
                  </p:ext>
                </p:extLst>
              </p:nvPr>
            </p:nvGraphicFramePr>
            <p:xfrm>
              <a:off x="494478" y="219431"/>
              <a:ext cx="7199283" cy="1068261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771312821"/>
                        </a:ext>
                      </a:extLst>
                    </a:gridCol>
                    <a:gridCol w="6479283">
                      <a:extLst>
                        <a:ext uri="{9D8B030D-6E8A-4147-A177-3AD203B41FA5}">
                          <a16:colId xmlns:a16="http://schemas.microsoft.com/office/drawing/2014/main" val="3965560457"/>
                        </a:ext>
                      </a:extLst>
                    </a:gridCol>
                  </a:tblGrid>
                  <a:tr h="106826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</a:t>
                          </a:r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10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97738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1140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F61AA-A2CC-F5D6-0184-B977762FB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FBEEF7-FB06-EB7C-7C2E-0204B2A3D0C6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1F574C-BA59-500D-2CB7-B0514AB27007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3.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AC9C83DF-6D3E-0941-182E-82ACF3AA56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2027759"/>
                  </p:ext>
                </p:extLst>
              </p:nvPr>
            </p:nvGraphicFramePr>
            <p:xfrm>
              <a:off x="485334" y="172427"/>
              <a:ext cx="7199283" cy="83693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771312821"/>
                        </a:ext>
                      </a:extLst>
                    </a:gridCol>
                    <a:gridCol w="6479283">
                      <a:extLst>
                        <a:ext uri="{9D8B030D-6E8A-4147-A177-3AD203B41FA5}">
                          <a16:colId xmlns:a16="http://schemas.microsoft.com/office/drawing/2014/main" val="3965560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</a:t>
                          </a:r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4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lv-LV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lv-LV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−3=0</m:t>
                                </m:r>
                              </m:oMath>
                            </m:oMathPara>
                          </a14:m>
                          <a:endParaRPr lang="lv-LV" sz="24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7290752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AC9C83DF-6D3E-0941-182E-82ACF3AA56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2027759"/>
                  </p:ext>
                </p:extLst>
              </p:nvPr>
            </p:nvGraphicFramePr>
            <p:xfrm>
              <a:off x="485334" y="172427"/>
              <a:ext cx="7199283" cy="83693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771312821"/>
                        </a:ext>
                      </a:extLst>
                    </a:gridCol>
                    <a:gridCol w="6479283">
                      <a:extLst>
                        <a:ext uri="{9D8B030D-6E8A-4147-A177-3AD203B41FA5}">
                          <a16:colId xmlns:a16="http://schemas.microsoft.com/office/drawing/2014/main" val="3965560457"/>
                        </a:ext>
                      </a:extLst>
                    </a:gridCol>
                  </a:tblGrid>
                  <a:tr h="8369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</a:t>
                          </a:r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10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29075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686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9F76E-BE2E-EBB0-8C3B-665F8389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A16517-5EE7-5A1D-531E-532A2BD65AAA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8D663E-EA64-794A-FEE6-05FBD5F7EF24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3.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B4E3281C-E726-A552-9D15-37D760B533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3041457"/>
                  </p:ext>
                </p:extLst>
              </p:nvPr>
            </p:nvGraphicFramePr>
            <p:xfrm>
              <a:off x="448758" y="169188"/>
              <a:ext cx="7199283" cy="843407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771312821"/>
                        </a:ext>
                      </a:extLst>
                    </a:gridCol>
                    <a:gridCol w="6479283">
                      <a:extLst>
                        <a:ext uri="{9D8B030D-6E8A-4147-A177-3AD203B41FA5}">
                          <a16:colId xmlns:a16="http://schemas.microsoft.com/office/drawing/2014/main" val="3965560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</a:t>
                          </a:r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4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+1</m:t>
                                    </m:r>
                                  </m:den>
                                </m:f>
                                <m:r>
                                  <a:rPr lang="lv-LV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+1</m:t>
                                    </m:r>
                                  </m:num>
                                  <m:den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lv-LV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=2</m:t>
                                </m:r>
                                <m:f>
                                  <m:fPr>
                                    <m:ctrlP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lv-LV" sz="24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1566011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B4E3281C-E726-A552-9D15-37D760B533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3041457"/>
                  </p:ext>
                </p:extLst>
              </p:nvPr>
            </p:nvGraphicFramePr>
            <p:xfrm>
              <a:off x="448758" y="169188"/>
              <a:ext cx="7199283" cy="843407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771312821"/>
                        </a:ext>
                      </a:extLst>
                    </a:gridCol>
                    <a:gridCol w="6479283">
                      <a:extLst>
                        <a:ext uri="{9D8B030D-6E8A-4147-A177-3AD203B41FA5}">
                          <a16:colId xmlns:a16="http://schemas.microsoft.com/office/drawing/2014/main" val="3965560457"/>
                        </a:ext>
                      </a:extLst>
                    </a:gridCol>
                  </a:tblGrid>
                  <a:tr h="8434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</a:t>
                          </a:r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10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66011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39260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44277-48C2-4A28-2F4A-A3341251C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B46203-FF30-B507-4B66-30582FD2F9F7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3B4F7D-B448-FECD-424C-172C43623AFB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3.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9A93FBFF-1B8B-AA35-29C3-AA9769D142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6036555"/>
                  </p:ext>
                </p:extLst>
              </p:nvPr>
            </p:nvGraphicFramePr>
            <p:xfrm>
              <a:off x="576774" y="590892"/>
              <a:ext cx="7199283" cy="90347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771312821"/>
                        </a:ext>
                      </a:extLst>
                    </a:gridCol>
                    <a:gridCol w="6479283">
                      <a:extLst>
                        <a:ext uri="{9D8B030D-6E8A-4147-A177-3AD203B41FA5}">
                          <a16:colId xmlns:a16="http://schemas.microsoft.com/office/drawing/2014/main" val="3965560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4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+3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lv-LV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  <m:sSup>
                                      <m:sSupPr>
                                        <m:ctrlP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+3</m:t>
                                    </m:r>
                                  </m:den>
                                </m:f>
                                <m:r>
                                  <a:rPr lang="lv-LV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−5=0</m:t>
                                </m:r>
                              </m:oMath>
                            </m:oMathPara>
                          </a14:m>
                          <a:endParaRPr lang="lv-LV" sz="24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418583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9A93FBFF-1B8B-AA35-29C3-AA9769D142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6036555"/>
                  </p:ext>
                </p:extLst>
              </p:nvPr>
            </p:nvGraphicFramePr>
            <p:xfrm>
              <a:off x="576774" y="590892"/>
              <a:ext cx="7199283" cy="90347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771312821"/>
                        </a:ext>
                      </a:extLst>
                    </a:gridCol>
                    <a:gridCol w="6479283">
                      <a:extLst>
                        <a:ext uri="{9D8B030D-6E8A-4147-A177-3AD203B41FA5}">
                          <a16:colId xmlns:a16="http://schemas.microsoft.com/office/drawing/2014/main" val="3965560457"/>
                        </a:ext>
                      </a:extLst>
                    </a:gridCol>
                  </a:tblGrid>
                  <a:tr h="9034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10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18583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92253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47D78-31EA-EDE3-E8F7-292EE2199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0F57EF-677C-24B9-0A96-6C1939AEBB1D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1BA81B-FCA9-43CC-EDD3-40C6ADF98C68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3.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1A20EEF3-D4F3-5730-AFA4-B15D2C29DF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9703230"/>
                  </p:ext>
                </p:extLst>
              </p:nvPr>
            </p:nvGraphicFramePr>
            <p:xfrm>
              <a:off x="576774" y="590892"/>
              <a:ext cx="7199283" cy="749427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771312821"/>
                        </a:ext>
                      </a:extLst>
                    </a:gridCol>
                    <a:gridCol w="6479283">
                      <a:extLst>
                        <a:ext uri="{9D8B030D-6E8A-4147-A177-3AD203B41FA5}">
                          <a16:colId xmlns:a16="http://schemas.microsoft.com/office/drawing/2014/main" val="3965560457"/>
                        </a:ext>
                      </a:extLst>
                    </a:gridCol>
                  </a:tblGrid>
                  <a:tr h="698412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4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+1</m:t>
                                    </m:r>
                                  </m:den>
                                </m:f>
                                <m:r>
                                  <a:rPr lang="lv-LV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+2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lv-LV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  <m:r>
                                      <a:rPr lang="lv-LV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−2</m:t>
                                    </m:r>
                                  </m:den>
                                </m:f>
                                <m:r>
                                  <a:rPr lang="lv-LV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lv-LV" sz="24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418583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1A20EEF3-D4F3-5730-AFA4-B15D2C29DF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9703230"/>
                  </p:ext>
                </p:extLst>
              </p:nvPr>
            </p:nvGraphicFramePr>
            <p:xfrm>
              <a:off x="576774" y="590892"/>
              <a:ext cx="7199283" cy="749427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771312821"/>
                        </a:ext>
                      </a:extLst>
                    </a:gridCol>
                    <a:gridCol w="6479283">
                      <a:extLst>
                        <a:ext uri="{9D8B030D-6E8A-4147-A177-3AD203B41FA5}">
                          <a16:colId xmlns:a16="http://schemas.microsoft.com/office/drawing/2014/main" val="3965560457"/>
                        </a:ext>
                      </a:extLst>
                    </a:gridCol>
                  </a:tblGrid>
                  <a:tr h="74942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10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18583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35920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s" ma:contentTypeID="0x0101002A8B9403833A1F48959392C1F5ECCA32" ma:contentTypeVersion="15" ma:contentTypeDescription="Izveidot jaunu dokumentu." ma:contentTypeScope="" ma:versionID="130ce3f0e239f9eb06c504e9d0d47fa8">
  <xsd:schema xmlns:xsd="http://www.w3.org/2001/XMLSchema" xmlns:xs="http://www.w3.org/2001/XMLSchema" xmlns:p="http://schemas.microsoft.com/office/2006/metadata/properties" xmlns:ns2="ce8bef9f-a63c-4aa5-8461-abde6ef1b13f" xmlns:ns3="ce3e92db-f657-4333-a51e-06ff60cc8bad" targetNamespace="http://schemas.microsoft.com/office/2006/metadata/properties" ma:root="true" ma:fieldsID="4c852ebde563d404607a7ac3964023bb" ns2:_="" ns3:_="">
    <xsd:import namespace="ce8bef9f-a63c-4aa5-8461-abde6ef1b13f"/>
    <xsd:import namespace="ce3e92db-f657-4333-a51e-06ff60cc8ba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2:SharedWithUsers" minOccurs="0"/>
                <xsd:element ref="ns2:SharedWithDetail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bef9f-a63c-4aa5-8461-abde6ef1b13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kumenta ID vērtība" ma:description="Šim vienumam piešķirtā dokumenta ID vērtība." ma:indexed="true" ma:internalName="_dlc_DocId" ma:readOnly="true">
      <xsd:simpleType>
        <xsd:restriction base="dms:Text"/>
      </xsd:simpleType>
    </xsd:element>
    <xsd:element name="_dlc_DocIdUrl" ma:index="9" nillable="true" ma:displayName="Dokumenta ID" ma:description="Pastāvīga saite uz šo dokumentu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5" nillable="true" ma:displayName="Taxonomy Catch All Column" ma:hidden="true" ma:list="{ef032cf2-02b7-4588-bfa3-6fcdddaebe00}" ma:internalName="TaxCatchAll" ma:showField="CatchAllData" ma:web="ce8bef9f-a63c-4aa5-8461-abde6ef1b1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Koplietots 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Koplietots ar: detalizēti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3e92db-f657-4333-a51e-06ff60cc8b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Attēlu atzīmes" ma:readOnly="false" ma:fieldId="{5cf76f15-5ced-4ddc-b409-7134ff3c332f}" ma:taxonomyMulti="true" ma:sspId="0bc0b185-4452-496b-8675-b05c282237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atura tips"/>
        <xsd:element ref="dc:title" minOccurs="0" maxOccurs="1" ma:index="4" ma:displayName="Virsrakst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8bef9f-a63c-4aa5-8461-abde6ef1b13f" xsi:nil="true"/>
    <lcf76f155ced4ddcb4097134ff3c332f xmlns="ce3e92db-f657-4333-a51e-06ff60cc8bad">
      <Terms xmlns="http://schemas.microsoft.com/office/infopath/2007/PartnerControls"/>
    </lcf76f155ced4ddcb4097134ff3c332f>
    <_dlc_DocId xmlns="ce8bef9f-a63c-4aa5-8461-abde6ef1b13f">N7QR5PVYYKY3-1761010946-213599</_dlc_DocId>
    <_dlc_DocIdUrl xmlns="ce8bef9f-a63c-4aa5-8461-abde6ef1b13f">
      <Url>https://universityoflatvia387.sharepoint.com/sites/Neklatienesmatematikasskola/_layouts/15/DocIdRedir.aspx?ID=N7QR5PVYYKY3-1761010946-213599</Url>
      <Description>N7QR5PVYYKY3-1761010946-213599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601AA2-D1A1-45AF-BE33-5ECAE946A98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B8A8BC62-BEB2-4C0D-91A9-EF672D12DC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8bef9f-a63c-4aa5-8461-abde6ef1b13f"/>
    <ds:schemaRef ds:uri="ce3e92db-f657-4333-a51e-06ff60cc8b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DAC4FDD-94D7-49B3-A7F9-BFDC35E8AEAD}">
  <ds:schemaRefs>
    <ds:schemaRef ds:uri="http://schemas.microsoft.com/office/2006/metadata/properties"/>
    <ds:schemaRef ds:uri="http://schemas.microsoft.com/office/infopath/2007/PartnerControls"/>
    <ds:schemaRef ds:uri="ce8bef9f-a63c-4aa5-8461-abde6ef1b13f"/>
    <ds:schemaRef ds:uri="ce3e92db-f657-4333-a51e-06ff60cc8bad"/>
  </ds:schemaRefs>
</ds:datastoreItem>
</file>

<file path=customXml/itemProps4.xml><?xml version="1.0" encoding="utf-8"?>
<ds:datastoreItem xmlns:ds="http://schemas.openxmlformats.org/officeDocument/2006/customXml" ds:itemID="{A3734F93-D68C-4196-BCBB-CC9E5A9339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354</Words>
  <Application>Microsoft Office PowerPoint</Application>
  <PresentationFormat>Platekrāna</PresentationFormat>
  <Paragraphs>49</Paragraphs>
  <Slides>9</Slides>
  <Notes>0</Notes>
  <HiddenSlides>0</HiddenSlides>
  <MMClips>0</MMClips>
  <ScaleCrop>false</ScaleCrop>
  <HeadingPairs>
    <vt:vector size="6" baseType="variant">
      <vt:variant>
        <vt:lpstr>Lietotie fonti</vt:lpstr>
      </vt:variant>
      <vt:variant>
        <vt:i4>5</vt:i4>
      </vt:variant>
      <vt:variant>
        <vt:lpstr>Dizains</vt:lpstr>
      </vt:variant>
      <vt:variant>
        <vt:i4>1</vt:i4>
      </vt:variant>
      <vt:variant>
        <vt:lpstr>Slaidu virsraksti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Cambria Math</vt:lpstr>
      <vt:lpstr>Times New Roman</vt:lpstr>
      <vt:lpstr>Office Theme</vt:lpstr>
      <vt:lpstr>Substitūciju metode</vt:lpstr>
      <vt:lpstr>PowerPoint prezentācija</vt:lpstr>
      <vt:lpstr>PowerPoint prezentācija</vt:lpstr>
      <vt:lpstr>PowerPoint prezentācija</vt:lpstr>
      <vt:lpstr>PowerPoint prezentācija</vt:lpstr>
      <vt:lpstr>PowerPoint prezentācija</vt:lpstr>
      <vt:lpstr>PowerPoint prezentācija</vt:lpstr>
      <vt:lpstr>PowerPoint prezentācija</vt:lpstr>
      <vt:lpstr>PowerPoint prezentācija</vt:lpstr>
    </vt:vector>
  </TitlesOfParts>
  <Company>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Maruta Avotiņa</dc:creator>
  <cp:lastModifiedBy>Maruta Avotiņa</cp:lastModifiedBy>
  <cp:revision>2</cp:revision>
  <dcterms:created xsi:type="dcterms:W3CDTF">2025-04-11T14:28:34Z</dcterms:created>
  <dcterms:modified xsi:type="dcterms:W3CDTF">2026-05-07T08:11:08Z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0x0101002A8B9403833A1F48959392C1F5ECCA32</vt:lpwstr>
  </property>
  <property fmtid="{D5CDD505-2E9C-101B-9397-08002B2CF9AE}" pid="3" name="_dlc_DocIdItemGuid">
    <vt:lpwstr>169210a7-d9da-416c-abaf-299f3185731b</vt:lpwstr>
  </property>
  <property fmtid="{D5CDD505-2E9C-101B-9397-08002B2CF9AE}" pid="4" name="MediaServiceImageTags">
    <vt:lpwstr/>
  </property>
</Properties>
</file>