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3" r:id="rId7"/>
    <p:sldId id="264" r:id="rId8"/>
    <p:sldId id="265" r:id="rId9"/>
    <p:sldId id="267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na" userId="1775134435_tp_dropbox_plus" providerId="OAuth2" clId="{75370C2E-659F-4C1E-9F08-52E5DFAC5905}"/>
    <pc:docChg chg="custSel addSld delSld modSld sldOrd">
      <pc:chgData name="Maruta Avotina" userId="1775134435_tp_dropbox_plus" providerId="OAuth2" clId="{75370C2E-659F-4C1E-9F08-52E5DFAC5905}" dt="2026-03-12T11:35:28.250" v="781" actId="1038"/>
      <pc:docMkLst>
        <pc:docMk/>
      </pc:docMkLst>
      <pc:sldChg chg="modSp mod">
        <pc:chgData name="Maruta Avotina" userId="1775134435_tp_dropbox_plus" providerId="OAuth2" clId="{75370C2E-659F-4C1E-9F08-52E5DFAC5905}" dt="2026-03-12T11:02:43.099" v="601" actId="20577"/>
        <pc:sldMkLst>
          <pc:docMk/>
          <pc:sldMk cId="2108770733" sldId="256"/>
        </pc:sldMkLst>
        <pc:spChg chg="mod">
          <ac:chgData name="Maruta Avotina" userId="1775134435_tp_dropbox_plus" providerId="OAuth2" clId="{75370C2E-659F-4C1E-9F08-52E5DFAC5905}" dt="2026-03-12T11:01:30.605" v="447" actId="20577"/>
          <ac:spMkLst>
            <pc:docMk/>
            <pc:sldMk cId="2108770733" sldId="256"/>
            <ac:spMk id="2" creationId="{68B41901-9BAA-5ACE-2BE5-A617D9473194}"/>
          </ac:spMkLst>
        </pc:spChg>
        <pc:spChg chg="mod">
          <ac:chgData name="Maruta Avotina" userId="1775134435_tp_dropbox_plus" providerId="OAuth2" clId="{75370C2E-659F-4C1E-9F08-52E5DFAC5905}" dt="2026-03-12T11:02:43.099" v="601" actId="20577"/>
          <ac:spMkLst>
            <pc:docMk/>
            <pc:sldMk cId="2108770733" sldId="256"/>
            <ac:spMk id="3" creationId="{AA52183E-A001-5FD1-FEE8-DB27FDDF8B0C}"/>
          </ac:spMkLst>
        </pc:spChg>
        <pc:spChg chg="mod">
          <ac:chgData name="Maruta Avotina" userId="1775134435_tp_dropbox_plus" providerId="OAuth2" clId="{75370C2E-659F-4C1E-9F08-52E5DFAC5905}" dt="2026-03-12T11:01:13.457" v="397" actId="20577"/>
          <ac:spMkLst>
            <pc:docMk/>
            <pc:sldMk cId="2108770733" sldId="256"/>
            <ac:spMk id="5" creationId="{D3B9669C-321B-88A3-E051-C26F4F933812}"/>
          </ac:spMkLst>
        </pc:spChg>
      </pc:sldChg>
      <pc:sldChg chg="addSp delSp modSp mod">
        <pc:chgData name="Maruta Avotina" userId="1775134435_tp_dropbox_plus" providerId="OAuth2" clId="{75370C2E-659F-4C1E-9F08-52E5DFAC5905}" dt="2026-03-12T11:05:25.175" v="697" actId="14734"/>
        <pc:sldMkLst>
          <pc:docMk/>
          <pc:sldMk cId="258165868" sldId="263"/>
        </pc:sldMkLst>
        <pc:spChg chg="mod">
          <ac:chgData name="Maruta Avotina" userId="1775134435_tp_dropbox_plus" providerId="OAuth2" clId="{75370C2E-659F-4C1E-9F08-52E5DFAC5905}" dt="2026-03-12T11:02:50.986" v="603" actId="20577"/>
          <ac:spMkLst>
            <pc:docMk/>
            <pc:sldMk cId="258165868" sldId="263"/>
            <ac:spMk id="2" creationId="{11CE1E13-1318-CE13-C034-C7DD221A27D0}"/>
          </ac:spMkLst>
        </pc:spChg>
        <pc:graphicFrameChg chg="add mod modGraphic">
          <ac:chgData name="Maruta Avotina" userId="1775134435_tp_dropbox_plus" providerId="OAuth2" clId="{75370C2E-659F-4C1E-9F08-52E5DFAC5905}" dt="2026-03-12T11:05:25.175" v="697" actId="14734"/>
          <ac:graphicFrameMkLst>
            <pc:docMk/>
            <pc:sldMk cId="258165868" sldId="263"/>
            <ac:graphicFrameMk id="3" creationId="{27F2C89D-E5F1-9133-F0E9-B87B4B392033}"/>
          </ac:graphicFrameMkLst>
        </pc:graphicFrameChg>
        <pc:picChg chg="add mod">
          <ac:chgData name="Maruta Avotina" userId="1775134435_tp_dropbox_plus" providerId="OAuth2" clId="{75370C2E-659F-4C1E-9F08-52E5DFAC5905}" dt="2026-03-12T11:05:20.678" v="696" actId="1076"/>
          <ac:picMkLst>
            <pc:docMk/>
            <pc:sldMk cId="258165868" sldId="263"/>
            <ac:picMk id="1025" creationId="{005AA2FF-8594-29CB-2C14-AE4D8F80D823}"/>
          </ac:picMkLst>
        </pc:picChg>
      </pc:sldChg>
      <pc:sldChg chg="addSp modSp add mod">
        <pc:chgData name="Maruta Avotina" userId="1775134435_tp_dropbox_plus" providerId="OAuth2" clId="{75370C2E-659F-4C1E-9F08-52E5DFAC5905}" dt="2026-03-12T11:16:14.556" v="748" actId="1076"/>
        <pc:sldMkLst>
          <pc:docMk/>
          <pc:sldMk cId="3625948563" sldId="264"/>
        </pc:sldMkLst>
        <pc:graphicFrameChg chg="add mod modGraphic">
          <ac:chgData name="Maruta Avotina" userId="1775134435_tp_dropbox_plus" providerId="OAuth2" clId="{75370C2E-659F-4C1E-9F08-52E5DFAC5905}" dt="2026-03-12T11:16:14.556" v="748" actId="1076"/>
          <ac:graphicFrameMkLst>
            <pc:docMk/>
            <pc:sldMk cId="3625948563" sldId="264"/>
            <ac:graphicFrameMk id="3" creationId="{C14F8725-2F73-DB03-5D0E-89585551DF1F}"/>
          </ac:graphicFrameMkLst>
        </pc:graphicFrameChg>
        <pc:picChg chg="add mod">
          <ac:chgData name="Maruta Avotina" userId="1775134435_tp_dropbox_plus" providerId="OAuth2" clId="{75370C2E-659F-4C1E-9F08-52E5DFAC5905}" dt="2026-03-12T11:06:41.082" v="703" actId="1076"/>
          <ac:picMkLst>
            <pc:docMk/>
            <pc:sldMk cId="3625948563" sldId="264"/>
            <ac:picMk id="4" creationId="{8EAF1B23-3DA2-8282-325D-5ACA8B9B1F32}"/>
          </ac:picMkLst>
        </pc:picChg>
      </pc:sldChg>
      <pc:sldChg chg="addSp delSp modSp add mod">
        <pc:chgData name="Maruta Avotina" userId="1775134435_tp_dropbox_plus" providerId="OAuth2" clId="{75370C2E-659F-4C1E-9F08-52E5DFAC5905}" dt="2026-03-12T11:15:27.408" v="742" actId="1076"/>
        <pc:sldMkLst>
          <pc:docMk/>
          <pc:sldMk cId="43483894" sldId="265"/>
        </pc:sldMkLst>
        <pc:graphicFrameChg chg="add mod modGraphic">
          <ac:chgData name="Maruta Avotina" userId="1775134435_tp_dropbox_plus" providerId="OAuth2" clId="{75370C2E-659F-4C1E-9F08-52E5DFAC5905}" dt="2026-03-12T11:15:27.408" v="742" actId="1076"/>
          <ac:graphicFrameMkLst>
            <pc:docMk/>
            <pc:sldMk cId="43483894" sldId="265"/>
            <ac:graphicFrameMk id="3" creationId="{1CFD49CD-5AD0-E73F-C523-2A599839AC14}"/>
          </ac:graphicFrameMkLst>
        </pc:graphicFrameChg>
      </pc:sldChg>
      <pc:sldChg chg="addSp modSp add mod">
        <pc:chgData name="Maruta Avotina" userId="1775134435_tp_dropbox_plus" providerId="OAuth2" clId="{75370C2E-659F-4C1E-9F08-52E5DFAC5905}" dt="2026-03-12T11:15:47.398" v="743" actId="1076"/>
        <pc:sldMkLst>
          <pc:docMk/>
          <pc:sldMk cId="1113268740" sldId="266"/>
        </pc:sldMkLst>
        <pc:graphicFrameChg chg="add mod modGraphic">
          <ac:chgData name="Maruta Avotina" userId="1775134435_tp_dropbox_plus" providerId="OAuth2" clId="{75370C2E-659F-4C1E-9F08-52E5DFAC5905}" dt="2026-03-12T11:15:47.398" v="743" actId="1076"/>
          <ac:graphicFrameMkLst>
            <pc:docMk/>
            <pc:sldMk cId="1113268740" sldId="266"/>
            <ac:graphicFrameMk id="3" creationId="{FF217615-887D-A526-7E65-A180B55514E8}"/>
          </ac:graphicFrameMkLst>
        </pc:graphicFrameChg>
      </pc:sldChg>
      <pc:sldChg chg="addSp modSp add mod ord">
        <pc:chgData name="Maruta Avotina" userId="1775134435_tp_dropbox_plus" providerId="OAuth2" clId="{75370C2E-659F-4C1E-9F08-52E5DFAC5905}" dt="2026-03-12T11:35:28.250" v="781" actId="1038"/>
        <pc:sldMkLst>
          <pc:docMk/>
          <pc:sldMk cId="3976448543" sldId="267"/>
        </pc:sldMkLst>
        <pc:picChg chg="add mod">
          <ac:chgData name="Maruta Avotina" userId="1775134435_tp_dropbox_plus" providerId="OAuth2" clId="{75370C2E-659F-4C1E-9F08-52E5DFAC5905}" dt="2026-03-12T11:35:28.250" v="781" actId="1038"/>
          <ac:picMkLst>
            <pc:docMk/>
            <pc:sldMk cId="3976448543" sldId="267"/>
            <ac:picMk id="3" creationId="{19872A59-F827-6B78-D042-920ACB53A9FC}"/>
          </ac:picMkLst>
        </pc:picChg>
        <pc:picChg chg="add mod">
          <ac:chgData name="Maruta Avotina" userId="1775134435_tp_dropbox_plus" providerId="OAuth2" clId="{75370C2E-659F-4C1E-9F08-52E5DFAC5905}" dt="2026-03-12T11:35:28.250" v="781" actId="1038"/>
          <ac:picMkLst>
            <pc:docMk/>
            <pc:sldMk cId="3976448543" sldId="267"/>
            <ac:picMk id="4" creationId="{6B28F2FB-7E45-4915-BD37-8D4F9C147DF7}"/>
          </ac:picMkLst>
        </pc:picChg>
      </pc:sldChg>
      <pc:sldChg chg="addSp modSp add mod">
        <pc:chgData name="Maruta Avotina" userId="1775134435_tp_dropbox_plus" providerId="OAuth2" clId="{75370C2E-659F-4C1E-9F08-52E5DFAC5905}" dt="2026-03-12T11:35:17.927" v="757" actId="1038"/>
        <pc:sldMkLst>
          <pc:docMk/>
          <pc:sldMk cId="3314940143" sldId="268"/>
        </pc:sldMkLst>
        <pc:picChg chg="add mod">
          <ac:chgData name="Maruta Avotina" userId="1775134435_tp_dropbox_plus" providerId="OAuth2" clId="{75370C2E-659F-4C1E-9F08-52E5DFAC5905}" dt="2026-03-12T11:35:13.705" v="749" actId="1076"/>
          <ac:picMkLst>
            <pc:docMk/>
            <pc:sldMk cId="3314940143" sldId="268"/>
            <ac:picMk id="3" creationId="{B1EAEEB2-6A00-0198-C9F0-72ECADFD6056}"/>
          </ac:picMkLst>
        </pc:picChg>
        <pc:picChg chg="add mod">
          <ac:chgData name="Maruta Avotina" userId="1775134435_tp_dropbox_plus" providerId="OAuth2" clId="{75370C2E-659F-4C1E-9F08-52E5DFAC5905}" dt="2026-03-12T11:35:17.927" v="757" actId="1038"/>
          <ac:picMkLst>
            <pc:docMk/>
            <pc:sldMk cId="3314940143" sldId="268"/>
            <ac:picMk id="4" creationId="{97C20EC4-476A-4E12-DFF0-14D99942B9DF}"/>
          </ac:picMkLst>
        </pc:picChg>
      </pc:sldChg>
    </pc:docChg>
  </pc:docChgLst>
  <pc:docChgLst>
    <pc:chgData name="Maruta Avotiņa" userId="5ee6cc93-0b56-4a1a-9942-306bf2cf4d6f" providerId="ADAL" clId="{75370C2E-659F-4C1E-9F08-52E5DFAC5905}"/>
    <pc:docChg chg="delSld">
      <pc:chgData name="Maruta Avotiņa" userId="5ee6cc93-0b56-4a1a-9942-306bf2cf4d6f" providerId="ADAL" clId="{75370C2E-659F-4C1E-9F08-52E5DFAC5905}" dt="2026-04-05T04:05:55.608" v="1" actId="47"/>
      <pc:docMkLst>
        <pc:docMk/>
      </pc:docMkLst>
      <pc:sldChg chg="del">
        <pc:chgData name="Maruta Avotiņa" userId="5ee6cc93-0b56-4a1a-9942-306bf2cf4d6f" providerId="ADAL" clId="{75370C2E-659F-4C1E-9F08-52E5DFAC5905}" dt="2026-04-05T04:05:54.813" v="0" actId="47"/>
        <pc:sldMkLst>
          <pc:docMk/>
          <pc:sldMk cId="3729299605" sldId="269"/>
        </pc:sldMkLst>
      </pc:sldChg>
      <pc:sldChg chg="del">
        <pc:chgData name="Maruta Avotiņa" userId="5ee6cc93-0b56-4a1a-9942-306bf2cf4d6f" providerId="ADAL" clId="{75370C2E-659F-4C1E-9F08-52E5DFAC5905}" dt="2026-04-05T04:05:55.608" v="1" actId="47"/>
        <pc:sldMkLst>
          <pc:docMk/>
          <pc:sldMk cId="3355710788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Trigonometrisko funkciju grafiku transformācijas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10373032" cy="1118807"/>
          </a:xfrm>
        </p:spPr>
        <p:txBody>
          <a:bodyPr/>
          <a:lstStyle/>
          <a:p>
            <a:pPr algn="l" fontAlgn="base"/>
            <a:r>
              <a:rPr lang="lv-LV" dirty="0"/>
              <a:t>Skaidro trigonometrisko funkciju grafiku transformācijas, lietojot zināšanas par funkciju grafika transformācijām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0C35-1C88-0288-F4BD-4EE8DBB4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D7FFF-0A16-1234-DD0C-D267030BE8A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E1E13-1318-CE13-C034-C7DD221A27D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27F2C89D-E5F1-9133-F0E9-B87B4B392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3673213"/>
                  </p:ext>
                </p:extLst>
              </p:nvPr>
            </p:nvGraphicFramePr>
            <p:xfrm>
              <a:off x="614791" y="945542"/>
              <a:ext cx="10713275" cy="126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lv-LV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lv-LV" sz="2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lv-LV" sz="2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lv-LV" sz="2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Grafika pārbīde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vienības pa labi, 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Grafika pārbīde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vienības pa kreisi, 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lv-LV" sz="2400" kern="100">
                                  <a:effectLst/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27F2C89D-E5F1-9133-F0E9-B87B4B392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3673213"/>
                  </p:ext>
                </p:extLst>
              </p:nvPr>
            </p:nvGraphicFramePr>
            <p:xfrm>
              <a:off x="614791" y="945542"/>
              <a:ext cx="10713275" cy="126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r="-3983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0746" r="-2614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29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Attēls 1">
            <a:extLst>
              <a:ext uri="{FF2B5EF4-FFF2-40B4-BE49-F238E27FC236}">
                <a16:creationId xmlns:a16="http://schemas.microsoft.com/office/drawing/2014/main" id="{005AA2FF-8594-29CB-2C14-AE4D8F80D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58" y="2916364"/>
            <a:ext cx="10371283" cy="227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6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024F6-4797-48D9-91B8-613438B9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8FC401-AA18-DE68-3D1A-C7A8D7842904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D3F2D-A794-9D6F-9E26-0596613D5A25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C14F8725-2F73-DB03-5D0E-89585551DF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10496"/>
                  </p:ext>
                </p:extLst>
              </p:nvPr>
            </p:nvGraphicFramePr>
            <p:xfrm>
              <a:off x="575462" y="813176"/>
              <a:ext cx="10713275" cy="140436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14043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lv-LV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lv-LV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Grafika pārbīde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vienības uz augšu, 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Grafika pārbīde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vienības uz leju, 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&lt;0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C14F8725-2F73-DB03-5D0E-89585551DF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10496"/>
                  </p:ext>
                </p:extLst>
              </p:nvPr>
            </p:nvGraphicFramePr>
            <p:xfrm>
              <a:off x="575462" y="813176"/>
              <a:ext cx="10713275" cy="140436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1404368"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r="-399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0256" r="-26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30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Attēls 3">
            <a:extLst>
              <a:ext uri="{FF2B5EF4-FFF2-40B4-BE49-F238E27FC236}">
                <a16:creationId xmlns:a16="http://schemas.microsoft.com/office/drawing/2014/main" id="{8EAF1B23-3DA2-8282-325D-5ACA8B9B1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61" y="2631373"/>
            <a:ext cx="10854878" cy="271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4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4EBA-1F51-FAD2-D005-4219B1EE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606147-BD8E-F570-2D98-247C35AE729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5A385-5B41-0975-FFB2-E53D0C039F28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CFD49CD-5AD0-E73F-C523-2A599839AC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484022"/>
                  </p:ext>
                </p:extLst>
              </p:nvPr>
            </p:nvGraphicFramePr>
            <p:xfrm>
              <a:off x="739362" y="975039"/>
              <a:ext cx="10713275" cy="437371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43737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Deformācija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ass virzienā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Grafiku izstiepj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reizes, 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&gt;1.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Grafiku saspiež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reizes, 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Mainās funkcijas vērtību kopa.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&lt;0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tad grafiks tiek izstiepts vai saspiests un attēlots simetriski pret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asi.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Visos gadījumos nemainās funkcijas grafika krustpunkti ar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asi.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CFD49CD-5AD0-E73F-C523-2A599839AC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484022"/>
                  </p:ext>
                </p:extLst>
              </p:nvPr>
            </p:nvGraphicFramePr>
            <p:xfrm>
              <a:off x="739362" y="975039"/>
              <a:ext cx="10713275" cy="437371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4373710"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r="-399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0256" r="-26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30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3483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95DA-EF38-0A1F-CD8A-843376BA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53813A-2C22-701A-32CB-9B8D556EBFC8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6E412-305A-D2EE-0E19-0E11095EA4B8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6B28F2FB-7E45-4915-BD37-8D4F9C147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75" y="861860"/>
            <a:ext cx="9437251" cy="2399056"/>
          </a:xfrm>
          <a:prstGeom prst="rect">
            <a:avLst/>
          </a:prstGeom>
        </p:spPr>
      </p:pic>
      <p:pic>
        <p:nvPicPr>
          <p:cNvPr id="3" name="Attēls 2">
            <a:extLst>
              <a:ext uri="{FF2B5EF4-FFF2-40B4-BE49-F238E27FC236}">
                <a16:creationId xmlns:a16="http://schemas.microsoft.com/office/drawing/2014/main" id="{19872A59-F827-6B78-D042-920ACB53A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347" y="3720195"/>
            <a:ext cx="9610676" cy="210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4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3B67-55A1-5F4E-65F5-C455C389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D0175D-F4B9-50F7-FD97-7581E69C7D2E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F1A179-59E1-60FA-7EBA-32A51F529787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FF217615-887D-A526-7E65-A180B55514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901839"/>
                  </p:ext>
                </p:extLst>
              </p:nvPr>
            </p:nvGraphicFramePr>
            <p:xfrm>
              <a:off x="795381" y="1093026"/>
              <a:ext cx="10713275" cy="4255722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425572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𝒌𝒙</m:t>
                                </m:r>
                                <m:r>
                                  <a:rPr lang="lv-LV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sz="2400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𝑘𝑥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lv-LV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lv-LV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lv-LV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𝑘𝑥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600"/>
                            </a:spcBef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Deformācija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ass virzienā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&gt;1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tad funkcijas grafiku saspiež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 pa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asi. Periods samazinās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0&lt;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tad funkcijas grafiku izstiepj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 pa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asi. Periods palielinās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&lt;0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tad grafiku saspiež vai izstiepj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reizes un pēc tam attēlo simetriski pret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asi.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Visos gadījumos nemainās funkcijas grafika krustpunkts ar </a:t>
                          </a:r>
                          <a14:m>
                            <m:oMath xmlns:m="http://schemas.openxmlformats.org/officeDocument/2006/math">
                              <m:r>
                                <a:rPr lang="lv-LV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lv-LV" sz="2400" kern="1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asi.</a:t>
                          </a:r>
                          <a:endParaRPr lang="lv-LV" sz="2400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FF217615-887D-A526-7E65-A180B55514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901839"/>
                  </p:ext>
                </p:extLst>
              </p:nvPr>
            </p:nvGraphicFramePr>
            <p:xfrm>
              <a:off x="795381" y="1093026"/>
              <a:ext cx="10713275" cy="4255722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148074">
                      <a:extLst>
                        <a:ext uri="{9D8B030D-6E8A-4147-A177-3AD203B41FA5}">
                          <a16:colId xmlns:a16="http://schemas.microsoft.com/office/drawing/2014/main" val="2366913540"/>
                        </a:ext>
                      </a:extLst>
                    </a:gridCol>
                    <a:gridCol w="2373201">
                      <a:extLst>
                        <a:ext uri="{9D8B030D-6E8A-4147-A177-3AD203B41FA5}">
                          <a16:colId xmlns:a16="http://schemas.microsoft.com/office/drawing/2014/main" val="2295615764"/>
                        </a:ext>
                      </a:extLst>
                    </a:gridCol>
                    <a:gridCol w="6192000">
                      <a:extLst>
                        <a:ext uri="{9D8B030D-6E8A-4147-A177-3AD203B41FA5}">
                          <a16:colId xmlns:a16="http://schemas.microsoft.com/office/drawing/2014/main" val="3457135378"/>
                        </a:ext>
                      </a:extLst>
                    </a:gridCol>
                  </a:tblGrid>
                  <a:tr h="4255722"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r="-399432" b="-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0256" r="-260513" b="-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3031" b="-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0637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1326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40723-BA9B-D32A-AED8-6E711AF9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C0E44B-016E-AB96-A842-6B25718D4FF6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FC35C-574C-FE87-F640-EB0FD4EF03DB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8. temats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B1EAEEB2-6A00-0198-C9F0-72ECADFD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23" y="811916"/>
            <a:ext cx="9653753" cy="2010677"/>
          </a:xfrm>
          <a:prstGeom prst="rect">
            <a:avLst/>
          </a:prstGeom>
        </p:spPr>
      </p:pic>
      <p:pic>
        <p:nvPicPr>
          <p:cNvPr id="4" name="Attēls 3">
            <a:extLst>
              <a:ext uri="{FF2B5EF4-FFF2-40B4-BE49-F238E27FC236}">
                <a16:creationId xmlns:a16="http://schemas.microsoft.com/office/drawing/2014/main" id="{97C20EC4-476A-4E12-DFF0-14D99942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327" y="3423685"/>
            <a:ext cx="9313598" cy="236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4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N7QR5PVYYKY3-1761010946-213721</_dlc_DocId>
    <_dlc_DocIdUrl xmlns="ce8bef9f-a63c-4aa5-8461-abde6ef1b13f">
      <Url>https://universityoflatvia387.sharepoint.com/sites/Neklatienesmatematikasskola/_layouts/15/DocIdRedir.aspx?ID=N7QR5PVYYKY3-1761010946-213721</Url>
      <Description>N7QR5PVYYKY3-1761010946-213721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2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38240B2-422B-4F0A-9D30-D9E8B70DF4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8bef9f-a63c-4aa5-8461-abde6ef1b13f"/>
    <ds:schemaRef ds:uri="ce3e92db-f657-4333-a51e-06ff60cc8b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456</Words>
  <Application>Microsoft Office PowerPoint</Application>
  <PresentationFormat>Platekrāna</PresentationFormat>
  <Paragraphs>43</Paragraphs>
  <Slides>7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5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Cambria Math</vt:lpstr>
      <vt:lpstr>Times New Roman</vt:lpstr>
      <vt:lpstr>Office Theme</vt:lpstr>
      <vt:lpstr>Trigonometrisko funkciju grafiku transformācijas</vt:lpstr>
      <vt:lpstr>PowerPoint prezentācija</vt:lpstr>
      <vt:lpstr>PowerPoint prezentācija</vt:lpstr>
      <vt:lpstr>PowerPoint prezentācija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2026-04-05T04:05:57Z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d0b2ef0a-77fa-4441-b51b-594a70b5914d</vt:lpwstr>
  </property>
  <property fmtid="{D5CDD505-2E9C-101B-9397-08002B2CF9AE}" pid="4" name="MediaServiceImageTags">
    <vt:lpwstr/>
  </property>
</Properties>
</file>