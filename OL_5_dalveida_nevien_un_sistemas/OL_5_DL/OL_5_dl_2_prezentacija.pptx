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56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F3FB5D-A0F8-4B75-878B-440803BE2CFD}" v="178" dt="2025-10-07T13:57:15.1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Gaišs stils 2 - izcēlums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Vidējs stils 2 - izcēlum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Bez stila, režģa tabu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uta Avotina" userId="1775134435_tp_dropbox_plus" providerId="OAuth2" clId="{75370C2E-659F-4C1E-9F08-52E5DFAC5905}"/>
    <pc:docChg chg="addSld modSld sldOrd">
      <pc:chgData name="Maruta Avotina" userId="1775134435_tp_dropbox_plus" providerId="OAuth2" clId="{75370C2E-659F-4C1E-9F08-52E5DFAC5905}" dt="2025-08-30T15:21:38.264" v="189" actId="403"/>
      <pc:docMkLst>
        <pc:docMk/>
      </pc:docMkLst>
      <pc:sldChg chg="modSp">
        <pc:chgData name="Maruta Avotina" userId="1775134435_tp_dropbox_plus" providerId="OAuth2" clId="{75370C2E-659F-4C1E-9F08-52E5DFAC5905}" dt="2025-08-30T15:15:00.655" v="138" actId="6549"/>
        <pc:sldMkLst>
          <pc:docMk/>
          <pc:sldMk cId="2108770733" sldId="256"/>
        </pc:sldMkLst>
      </pc:sldChg>
      <pc:sldChg chg="addSp modSp">
        <pc:chgData name="Maruta Avotina" userId="1775134435_tp_dropbox_plus" providerId="OAuth2" clId="{75370C2E-659F-4C1E-9F08-52E5DFAC5905}" dt="2025-08-30T15:16:02.233" v="151"/>
        <pc:sldMkLst>
          <pc:docMk/>
          <pc:sldMk cId="4129841414" sldId="261"/>
        </pc:sldMkLst>
      </pc:sldChg>
      <pc:sldChg chg="addSp modSp add">
        <pc:chgData name="Maruta Avotina" userId="1775134435_tp_dropbox_plus" providerId="OAuth2" clId="{75370C2E-659F-4C1E-9F08-52E5DFAC5905}" dt="2025-08-30T15:16:25.563" v="152"/>
        <pc:sldMkLst>
          <pc:docMk/>
          <pc:sldMk cId="237928831" sldId="262"/>
        </pc:sldMkLst>
      </pc:sldChg>
      <pc:sldChg chg="addSp modSp add">
        <pc:chgData name="Maruta Avotina" userId="1775134435_tp_dropbox_plus" providerId="OAuth2" clId="{75370C2E-659F-4C1E-9F08-52E5DFAC5905}" dt="2025-08-24T18:04:46.048" v="94"/>
        <pc:sldMkLst>
          <pc:docMk/>
          <pc:sldMk cId="2452277735" sldId="262"/>
        </pc:sldMkLst>
      </pc:sldChg>
      <pc:sldChg chg="addSp modSp add">
        <pc:chgData name="Maruta Avotina" userId="1775134435_tp_dropbox_plus" providerId="OAuth2" clId="{75370C2E-659F-4C1E-9F08-52E5DFAC5905}" dt="2025-08-24T18:06:57.798" v="111"/>
        <pc:sldMkLst>
          <pc:docMk/>
          <pc:sldMk cId="1203729837" sldId="263"/>
        </pc:sldMkLst>
      </pc:sldChg>
      <pc:sldChg chg="addSp modSp add">
        <pc:chgData name="Maruta Avotina" userId="1775134435_tp_dropbox_plus" providerId="OAuth2" clId="{75370C2E-659F-4C1E-9F08-52E5DFAC5905}" dt="2025-08-30T15:16:42.685" v="153"/>
        <pc:sldMkLst>
          <pc:docMk/>
          <pc:sldMk cId="3220951796" sldId="263"/>
        </pc:sldMkLst>
      </pc:sldChg>
      <pc:sldChg chg="addSp modSp add">
        <pc:chgData name="Maruta Avotina" userId="1775134435_tp_dropbox_plus" providerId="OAuth2" clId="{75370C2E-659F-4C1E-9F08-52E5DFAC5905}" dt="2025-08-30T15:16:59.833" v="154"/>
        <pc:sldMkLst>
          <pc:docMk/>
          <pc:sldMk cId="959305259" sldId="264"/>
        </pc:sldMkLst>
      </pc:sldChg>
      <pc:sldChg chg="addSp modSp add">
        <pc:chgData name="Maruta Avotina" userId="1775134435_tp_dropbox_plus" providerId="OAuth2" clId="{75370C2E-659F-4C1E-9F08-52E5DFAC5905}" dt="2025-08-24T18:08:17.082" v="123"/>
        <pc:sldMkLst>
          <pc:docMk/>
          <pc:sldMk cId="2516275016" sldId="264"/>
        </pc:sldMkLst>
      </pc:sldChg>
      <pc:sldChg chg="addSp modSp">
        <pc:chgData name="Maruta Avotina" userId="1775134435_tp_dropbox_plus" providerId="OAuth2" clId="{75370C2E-659F-4C1E-9F08-52E5DFAC5905}" dt="2025-08-24T16:19:20.600" v="10"/>
        <pc:sldMkLst>
          <pc:docMk/>
          <pc:sldMk cId="2999520084" sldId="264"/>
        </pc:sldMkLst>
      </pc:sldChg>
      <pc:sldChg chg="add">
        <pc:chgData name="Maruta Avotina" userId="1775134435_tp_dropbox_plus" providerId="OAuth2" clId="{75370C2E-659F-4C1E-9F08-52E5DFAC5905}" dt="2025-08-24T16:19:29.877" v="11"/>
        <pc:sldMkLst>
          <pc:docMk/>
          <pc:sldMk cId="19585872" sldId="265"/>
        </pc:sldMkLst>
      </pc:sldChg>
      <pc:sldChg chg="addSp modSp add">
        <pc:chgData name="Maruta Avotina" userId="1775134435_tp_dropbox_plus" providerId="OAuth2" clId="{75370C2E-659F-4C1E-9F08-52E5DFAC5905}" dt="2025-08-30T15:17:17.860" v="155"/>
        <pc:sldMkLst>
          <pc:docMk/>
          <pc:sldMk cId="703306237" sldId="265"/>
        </pc:sldMkLst>
      </pc:sldChg>
      <pc:sldChg chg="addSp modSp add">
        <pc:chgData name="Maruta Avotina" userId="1775134435_tp_dropbox_plus" providerId="OAuth2" clId="{75370C2E-659F-4C1E-9F08-52E5DFAC5905}" dt="2025-08-24T18:09:26.457" v="135"/>
        <pc:sldMkLst>
          <pc:docMk/>
          <pc:sldMk cId="2345504773" sldId="265"/>
        </pc:sldMkLst>
      </pc:sldChg>
      <pc:sldChg chg="addSp modSp add">
        <pc:chgData name="Maruta Avotina" userId="1775134435_tp_dropbox_plus" providerId="OAuth2" clId="{75370C2E-659F-4C1E-9F08-52E5DFAC5905}" dt="2025-08-30T15:17:29.572" v="156"/>
        <pc:sldMkLst>
          <pc:docMk/>
          <pc:sldMk cId="1204234945" sldId="266"/>
        </pc:sldMkLst>
      </pc:sldChg>
      <pc:sldChg chg="add">
        <pc:chgData name="Maruta Avotina" userId="1775134435_tp_dropbox_plus" providerId="OAuth2" clId="{75370C2E-659F-4C1E-9F08-52E5DFAC5905}" dt="2025-08-24T16:19:30.187" v="12"/>
        <pc:sldMkLst>
          <pc:docMk/>
          <pc:sldMk cId="3526885211" sldId="266"/>
        </pc:sldMkLst>
      </pc:sldChg>
      <pc:sldChg chg="addSp modSp add">
        <pc:chgData name="Maruta Avotina" userId="1775134435_tp_dropbox_plus" providerId="OAuth2" clId="{75370C2E-659F-4C1E-9F08-52E5DFAC5905}" dt="2025-08-30T15:18:34.223" v="160" actId="403"/>
        <pc:sldMkLst>
          <pc:docMk/>
          <pc:sldMk cId="1582351790" sldId="267"/>
        </pc:sldMkLst>
      </pc:sldChg>
      <pc:sldChg chg="add">
        <pc:chgData name="Maruta Avotina" userId="1775134435_tp_dropbox_plus" providerId="OAuth2" clId="{75370C2E-659F-4C1E-9F08-52E5DFAC5905}" dt="2025-08-24T16:19:30.437" v="13"/>
        <pc:sldMkLst>
          <pc:docMk/>
          <pc:sldMk cId="1894959935" sldId="267"/>
        </pc:sldMkLst>
      </pc:sldChg>
      <pc:sldChg chg="add">
        <pc:chgData name="Maruta Avotina" userId="1775134435_tp_dropbox_plus" providerId="OAuth2" clId="{75370C2E-659F-4C1E-9F08-52E5DFAC5905}" dt="2025-08-24T16:19:30.646" v="14"/>
        <pc:sldMkLst>
          <pc:docMk/>
          <pc:sldMk cId="1324358769" sldId="268"/>
        </pc:sldMkLst>
      </pc:sldChg>
      <pc:sldChg chg="addSp modSp add">
        <pc:chgData name="Maruta Avotina" userId="1775134435_tp_dropbox_plus" providerId="OAuth2" clId="{75370C2E-659F-4C1E-9F08-52E5DFAC5905}" dt="2025-08-30T15:21:38.264" v="189" actId="403"/>
        <pc:sldMkLst>
          <pc:docMk/>
          <pc:sldMk cId="2535692241" sldId="268"/>
        </pc:sldMkLst>
      </pc:sldChg>
      <pc:sldChg chg="modSp add">
        <pc:chgData name="Maruta Avotina" userId="1775134435_tp_dropbox_plus" providerId="OAuth2" clId="{75370C2E-659F-4C1E-9F08-52E5DFAC5905}" dt="2025-08-24T16:22:01.379" v="22" actId="403"/>
        <pc:sldMkLst>
          <pc:docMk/>
          <pc:sldMk cId="933673217" sldId="269"/>
        </pc:sldMkLst>
      </pc:sldChg>
      <pc:sldChg chg="addSp modSp add">
        <pc:chgData name="Maruta Avotina" userId="1775134435_tp_dropbox_plus" providerId="OAuth2" clId="{75370C2E-659F-4C1E-9F08-52E5DFAC5905}" dt="2025-08-30T15:21:05.116" v="177" actId="403"/>
        <pc:sldMkLst>
          <pc:docMk/>
          <pc:sldMk cId="2338222697" sldId="269"/>
        </pc:sldMkLst>
      </pc:sldChg>
      <pc:sldChg chg="add">
        <pc:chgData name="Maruta Avotina" userId="1775134435_tp_dropbox_plus" providerId="OAuth2" clId="{75370C2E-659F-4C1E-9F08-52E5DFAC5905}" dt="2025-08-24T16:19:31.008" v="16"/>
        <pc:sldMkLst>
          <pc:docMk/>
          <pc:sldMk cId="3204882520" sldId="270"/>
        </pc:sldMkLst>
      </pc:sldChg>
      <pc:sldChg chg="addSp modSp add">
        <pc:chgData name="Maruta Avotina" userId="1775134435_tp_dropbox_plus" providerId="OAuth2" clId="{75370C2E-659F-4C1E-9F08-52E5DFAC5905}" dt="2025-08-30T15:20:56.621" v="174" actId="403"/>
        <pc:sldMkLst>
          <pc:docMk/>
          <pc:sldMk cId="3394265730" sldId="270"/>
        </pc:sldMkLst>
      </pc:sldChg>
      <pc:sldChg chg="add">
        <pc:chgData name="Maruta Avotina" userId="1775134435_tp_dropbox_plus" providerId="OAuth2" clId="{75370C2E-659F-4C1E-9F08-52E5DFAC5905}" dt="2025-08-24T16:19:31.168" v="17"/>
        <pc:sldMkLst>
          <pc:docMk/>
          <pc:sldMk cId="1189068299" sldId="271"/>
        </pc:sldMkLst>
      </pc:sldChg>
      <pc:sldChg chg="addSp modSp add">
        <pc:chgData name="Maruta Avotina" userId="1775134435_tp_dropbox_plus" providerId="OAuth2" clId="{75370C2E-659F-4C1E-9F08-52E5DFAC5905}" dt="2025-08-30T15:21:31.570" v="186" actId="403"/>
        <pc:sldMkLst>
          <pc:docMk/>
          <pc:sldMk cId="2410769117" sldId="271"/>
        </pc:sldMkLst>
      </pc:sldChg>
      <pc:sldChg chg="addSp modSp add">
        <pc:chgData name="Maruta Avotina" userId="1775134435_tp_dropbox_plus" providerId="OAuth2" clId="{75370C2E-659F-4C1E-9F08-52E5DFAC5905}" dt="2025-08-30T15:21:23.594" v="183" actId="403"/>
        <pc:sldMkLst>
          <pc:docMk/>
          <pc:sldMk cId="344212640" sldId="272"/>
        </pc:sldMkLst>
      </pc:sldChg>
      <pc:sldChg chg="add">
        <pc:chgData name="Maruta Avotina" userId="1775134435_tp_dropbox_plus" providerId="OAuth2" clId="{75370C2E-659F-4C1E-9F08-52E5DFAC5905}" dt="2025-08-24T16:19:31.324" v="18"/>
        <pc:sldMkLst>
          <pc:docMk/>
          <pc:sldMk cId="3559106350" sldId="272"/>
        </pc:sldMkLst>
      </pc:sldChg>
      <pc:sldChg chg="add ord">
        <pc:chgData name="Maruta Avotina" userId="1775134435_tp_dropbox_plus" providerId="OAuth2" clId="{75370C2E-659F-4C1E-9F08-52E5DFAC5905}" dt="2025-08-24T16:24:30.838" v="24"/>
        <pc:sldMkLst>
          <pc:docMk/>
          <pc:sldMk cId="3172180180" sldId="273"/>
        </pc:sldMkLst>
      </pc:sldChg>
      <pc:sldChg chg="addSp modSp add">
        <pc:chgData name="Maruta Avotina" userId="1775134435_tp_dropbox_plus" providerId="OAuth2" clId="{75370C2E-659F-4C1E-9F08-52E5DFAC5905}" dt="2025-08-30T15:21:17.538" v="180" actId="403"/>
        <pc:sldMkLst>
          <pc:docMk/>
          <pc:sldMk cId="3451966513" sldId="273"/>
        </pc:sldMkLst>
      </pc:sldChg>
    </pc:docChg>
  </pc:docChgLst>
  <pc:docChgLst>
    <pc:chgData name="Maruta Avotina" userId="1775134435_tp_dropbox_plus" providerId="OAuth2" clId="{247D21C0-4253-4839-8877-25BFA9ABBEAB}"/>
    <pc:docChg chg="addSld delSld modSld">
      <pc:chgData name="Maruta Avotina" userId="1775134435_tp_dropbox_plus" providerId="OAuth2" clId="{247D21C0-4253-4839-8877-25BFA9ABBEAB}" dt="2025-08-13T16:38:16.895" v="10"/>
      <pc:docMkLst>
        <pc:docMk/>
      </pc:docMkLst>
      <pc:sldChg chg="addSp modSp">
        <pc:chgData name="Maruta Avotina" userId="1775134435_tp_dropbox_plus" providerId="OAuth2" clId="{247D21C0-4253-4839-8877-25BFA9ABBEAB}" dt="2025-08-13T16:35:54.262" v="4"/>
        <pc:sldMkLst>
          <pc:docMk/>
          <pc:sldMk cId="2108770733" sldId="256"/>
        </pc:sldMkLst>
      </pc:sldChg>
      <pc:sldChg chg="addSp modSp">
        <pc:chgData name="Maruta Avotina" userId="1775134435_tp_dropbox_plus" providerId="OAuth2" clId="{247D21C0-4253-4839-8877-25BFA9ABBEAB}" dt="2025-08-13T16:37:28.163" v="7"/>
        <pc:sldMkLst>
          <pc:docMk/>
          <pc:sldMk cId="4129841414" sldId="261"/>
        </pc:sldMkLst>
      </pc:sldChg>
      <pc:sldChg chg="addSp modSp">
        <pc:chgData name="Maruta Avotina" userId="1775134435_tp_dropbox_plus" providerId="OAuth2" clId="{247D21C0-4253-4839-8877-25BFA9ABBEAB}" dt="2025-08-13T16:37:29.702" v="8"/>
        <pc:sldMkLst>
          <pc:docMk/>
          <pc:sldMk cId="3871701769" sldId="263"/>
        </pc:sldMkLst>
      </pc:sldChg>
      <pc:sldChg chg="add del">
        <pc:chgData name="Maruta Avotina" userId="1775134435_tp_dropbox_plus" providerId="OAuth2" clId="{247D21C0-4253-4839-8877-25BFA9ABBEAB}" dt="2025-08-13T16:37:20.357" v="6"/>
        <pc:sldMkLst>
          <pc:docMk/>
          <pc:sldMk cId="809538661" sldId="264"/>
        </pc:sldMkLst>
      </pc:sldChg>
      <pc:sldChg chg="addSp modSp">
        <pc:chgData name="Maruta Avotina" userId="1775134435_tp_dropbox_plus" providerId="OAuth2" clId="{247D21C0-4253-4839-8877-25BFA9ABBEAB}" dt="2025-08-13T16:37:35.816" v="9"/>
        <pc:sldMkLst>
          <pc:docMk/>
          <pc:sldMk cId="2999520084" sldId="264"/>
        </pc:sldMkLst>
      </pc:sldChg>
      <pc:sldChg chg="add">
        <pc:chgData name="Maruta Avotina" userId="1775134435_tp_dropbox_plus" providerId="OAuth2" clId="{247D21C0-4253-4839-8877-25BFA9ABBEAB}" dt="2025-08-13T16:38:16.895" v="10"/>
        <pc:sldMkLst>
          <pc:docMk/>
          <pc:sldMk cId="1027068811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A7D8F-FC28-9612-2C11-C7A689374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71E0CC-2951-5D91-45AD-874B9F398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6C5D9-F22E-2BE2-5BA2-4AE6B30A4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2F2A1-BD63-8F61-FF8A-65ADE44E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2C804-2D48-5CA9-FAF1-4984B77CA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73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63E6B-884E-2CF3-4BDF-E784C5A34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C5938-4BB5-3754-B194-193766BC0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C3162-FE4F-B62C-7707-F3620C45B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1A259-9AB7-9CF9-9C53-56B68B4AB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9B66D-DA7A-1488-7CB6-36757D9E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17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B25E7-DAE5-BE3B-CE5F-FB005DAB7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41F4C-1857-9D46-3CB0-5C3A1BBF0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9225B-31F4-0A33-B8FB-C62A9E60E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3B337-95CE-E6C1-F2F0-C777D0C2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50D0D-522B-CC65-B9ED-F7CAD94F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80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2E481-3E5E-379B-A540-02A6A4830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22BA3-B89F-A671-7F7F-1AC2845B9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A7590-9A45-BB78-781E-DD67AA5B9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0BF44-FF8F-BB7C-5D8F-89294924F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FEB70-AB82-8F58-3C06-8319BADD0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F80AC-0C82-7944-CF24-2BED284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83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5E91A-54F8-093E-ED9A-D1E80B0ED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0F209-A670-B48B-E826-E47921F38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A0DB64-53B1-1F9F-9161-46E53661A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8CF82C-FCC5-86C1-3F5A-A49E479FF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E7C28D-4CA3-166B-EA35-B270955060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D93250-11DE-67E4-64D5-9FFB21C6D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64130F-E807-7A35-AC14-133BF46B7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724577-9A7B-CED8-B1F5-8EF2659DA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770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B95BF-AE98-666C-2D13-8795476A5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99AD2-9E25-772A-C35B-382C1B248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68F8BD-D779-E4D5-060A-043F96E91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D5CF7-D7BF-86C4-6D83-2C45B071D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04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09F82-DD01-002B-065D-74DB4929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3CB18A-C0CA-B5D8-4FBF-E1449B29F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53886-CD08-D560-DDA8-C9592D3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13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7356D-D7FC-3E9C-C450-F10D1284A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89D71-0E25-8964-3AEC-3CED1EF79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6AAAC9-B563-387E-C1DD-A7BEAD50E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E4573-26CB-A1F1-54B3-2F3F43A0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1F4E0-0C48-756F-25EA-EF36393DF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7D9AC-A162-3791-F437-2EAECB402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66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B76-09B3-836E-77D7-4E00E94F5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02D08-DE89-3B11-676E-EA9EC5076E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F501D6-4D6B-24FE-2DCA-5844CC756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5D374-2B3D-554F-84F1-44A3F7FDE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7A32A-973D-1BF3-9230-22D7144DA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97F86-03C1-920D-B3B1-5DBE31845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3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6CA06-83F5-5E00-35B8-740B6AE48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7A3CC-0AC6-2D91-62E9-593278991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4A0E7-E5D4-C8E2-F68E-C7D00E248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FCB93-7378-A5B4-4C5E-1C2A152D1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3AD47-AE82-D1F4-6F0A-684CCDC2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5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70EAB7-196F-DB06-4FEA-A03C1445DB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1E651-7BD5-B1A0-5EEC-9C4E181B5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A8C70-6E16-2B5C-263C-F1D93B9AC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1C627-FF36-4C57-4E88-C2A488C1C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ECEC9-C3D5-90DA-51E9-9E6B08C4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59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1F6ADE-A042-594E-E2D3-0E997E1CB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3B9FB-7370-3C55-8BE6-E24FCD1C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93786-C496-C253-4AA9-8577B4590F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BF5766-7426-43F8-8E69-B60CB63E796F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4E907-95D6-6717-E5CB-67AB235B91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6638D-6A92-BF03-2F2C-5B455BDE2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99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41901-9BAA-5ACE-2BE5-A617D9473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2284" y="1551191"/>
            <a:ext cx="11056372" cy="1877809"/>
          </a:xfrm>
        </p:spPr>
        <p:txBody>
          <a:bodyPr>
            <a:noAutofit/>
          </a:bodyPr>
          <a:lstStyle/>
          <a:p>
            <a:r>
              <a:rPr lang="lv-LV" dirty="0">
                <a:ea typeface="Calibri" panose="020F0502020204030204" pitchFamily="34" charset="0"/>
              </a:rPr>
              <a:t>Ekvivalentas nevienādības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2183E-A001-5FD1-FEE8-DB27FDDF8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5624" y="4675823"/>
            <a:ext cx="9920749" cy="1118807"/>
          </a:xfrm>
        </p:spPr>
        <p:txBody>
          <a:bodyPr/>
          <a:lstStyle/>
          <a:p>
            <a:pPr algn="l" fontAlgn="base"/>
            <a:r>
              <a:rPr lang="lv-LV" dirty="0"/>
              <a:t>Nosaka un pamato, vai dotās nevienādības ir ekvivalentas.</a:t>
            </a:r>
          </a:p>
          <a:p>
            <a:pPr algn="l" fontAlgn="base"/>
            <a:r>
              <a:rPr lang="lv-LV" dirty="0"/>
              <a:t>Risina daļveida nevienādības, ja skaitītājā ir skaitlis.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9669C-321B-88A3-E051-C26F4F933812}"/>
              </a:ext>
            </a:extLst>
          </p:cNvPr>
          <p:cNvSpPr txBox="1"/>
          <p:nvPr/>
        </p:nvSpPr>
        <p:spPr>
          <a:xfrm>
            <a:off x="8436077" y="103281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5. temats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38A73A-C14C-BC7B-E276-FABA9C260391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</p:spTree>
    <p:extLst>
      <p:ext uri="{BB962C8B-B14F-4D97-AF65-F5344CB8AC3E}">
        <p14:creationId xmlns:p14="http://schemas.microsoft.com/office/powerpoint/2010/main" val="2108770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70C35-1C88-0288-F4BD-4EE8DBB4F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1D7FFF-0A16-1234-DD0C-D267030BE8A2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CE1E13-1318-CE13-C034-C7DD221A27D0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5. temats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311252-602B-8A6E-CFD0-665F1A25E0E7}"/>
              </a:ext>
            </a:extLst>
          </p:cNvPr>
          <p:cNvSpPr txBox="1"/>
          <p:nvPr/>
        </p:nvSpPr>
        <p:spPr>
          <a:xfrm>
            <a:off x="351632" y="355346"/>
            <a:ext cx="8197516" cy="471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lv-LV" sz="2400" b="1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1. </a:t>
            </a:r>
            <a:r>
              <a:rPr lang="lv-LV" sz="24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Nosaki, vai dotās nevienādības ir ekvivalentas?</a:t>
            </a:r>
            <a:endParaRPr lang="lv-LV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873C5A-B8BF-3C5E-3E16-10A142E48AD2}"/>
                  </a:ext>
                </a:extLst>
              </p:cNvPr>
              <p:cNvSpPr txBox="1"/>
              <p:nvPr/>
            </p:nvSpPr>
            <p:spPr>
              <a:xfrm>
                <a:off x="1913984" y="1460126"/>
                <a:ext cx="7988968" cy="10143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sz="32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lv-LV" sz="3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lv-LV" sz="3200" i="0">
                          <a:latin typeface="Cambria Math" panose="02040503050406030204" pitchFamily="18" charset="0"/>
                        </a:rPr>
                        <m:t>−7&gt;2        </m:t>
                      </m:r>
                      <m:r>
                        <a:rPr lang="lv-LV" sz="3200" b="0" i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lv-LV" sz="3200" i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lv-LV" sz="3200" i="0">
                          <a:latin typeface="Cambria Math" panose="02040503050406030204" pitchFamily="18" charset="0"/>
                        </a:rPr>
                        <m:t>un</m:t>
                      </m:r>
                      <m:r>
                        <a:rPr lang="lv-LV" sz="3200" i="0">
                          <a:latin typeface="Cambria Math" panose="02040503050406030204" pitchFamily="18" charset="0"/>
                        </a:rPr>
                        <m:t>         </m:t>
                      </m:r>
                      <m:f>
                        <m:fPr>
                          <m:ctrlPr>
                            <a:rPr lang="lv-LV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lv-LV" sz="3200" i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lv-LV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lv-LV" sz="3200" i="0">
                              <a:latin typeface="Cambria Math" panose="02040503050406030204" pitchFamily="18" charset="0"/>
                            </a:rPr>
                            <m:t>−14</m:t>
                          </m:r>
                        </m:num>
                        <m:den>
                          <m:r>
                            <a:rPr lang="lv-LV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lv-LV" sz="3200" i="0">
                          <a:latin typeface="Cambria Math" panose="02040503050406030204" pitchFamily="18" charset="0"/>
                        </a:rPr>
                        <m:t>&gt;1</m:t>
                      </m:r>
                    </m:oMath>
                  </m:oMathPara>
                </a14:m>
                <a:endParaRPr lang="lv-LV" sz="3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873C5A-B8BF-3C5E-3E16-10A142E48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984" y="1460126"/>
                <a:ext cx="7988968" cy="10143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165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1C5F8-6696-64EA-4BB5-01C9BC189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DBBD21-3A2B-8BEE-9CFE-46210E25BFA9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BF7232-3B50-E0F0-71A5-A3DF87263B60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5. temats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87910C-112E-E4C9-505D-ACD1F77270D5}"/>
                  </a:ext>
                </a:extLst>
              </p:cNvPr>
              <p:cNvSpPr txBox="1"/>
              <p:nvPr/>
            </p:nvSpPr>
            <p:spPr>
              <a:xfrm>
                <a:off x="1545336" y="886364"/>
                <a:ext cx="8421624" cy="10175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sz="320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lv-LV" sz="3200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lv-LV" sz="3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lv-LV" sz="3200" i="0">
                          <a:latin typeface="Cambria Math" panose="02040503050406030204" pitchFamily="18" charset="0"/>
                        </a:rPr>
                        <m:t>+1≥5      </m:t>
                      </m:r>
                      <m:r>
                        <a:rPr lang="lv-LV" sz="3200" b="0" i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lv-LV" sz="32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lv-LV" sz="3200" i="0">
                          <a:latin typeface="Cambria Math" panose="02040503050406030204" pitchFamily="18" charset="0"/>
                        </a:rPr>
                        <m:t>un</m:t>
                      </m:r>
                      <m:r>
                        <a:rPr lang="lv-LV" sz="3200" b="0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lv-LV" sz="3200" i="0">
                          <a:latin typeface="Cambria Math" panose="02040503050406030204" pitchFamily="18" charset="0"/>
                        </a:rPr>
                        <m:t>      </m:t>
                      </m:r>
                      <m:f>
                        <m:fPr>
                          <m:ctrlPr>
                            <a:rPr lang="lv-LV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lv-LV" sz="3200" i="0">
                              <a:latin typeface="Cambria Math" panose="02040503050406030204" pitchFamily="18" charset="0"/>
                            </a:rPr>
                            <m:t>−6</m:t>
                          </m:r>
                          <m:r>
                            <a:rPr lang="lv-LV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lv-LV" sz="3200" i="0">
                              <a:latin typeface="Cambria Math" panose="02040503050406030204" pitchFamily="18" charset="0"/>
                            </a:rPr>
                            <m:t>+3</m:t>
                          </m:r>
                        </m:num>
                        <m:den>
                          <m:r>
                            <a:rPr lang="lv-LV" sz="3200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lv-LV" sz="3200" i="0">
                          <a:latin typeface="Cambria Math" panose="02040503050406030204" pitchFamily="18" charset="0"/>
                        </a:rPr>
                        <m:t>≥5</m:t>
                      </m:r>
                    </m:oMath>
                  </m:oMathPara>
                </a14:m>
                <a:endParaRPr lang="lv-LV" sz="3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87910C-112E-E4C9-505D-ACD1F7727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336" y="886364"/>
                <a:ext cx="8421624" cy="10175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9342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AE261-9243-2D1F-6F38-266B091DD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A1CC8D-50B1-9E60-78D1-2F537B5DD0B9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F7E3C6-D4E7-1D1C-9E36-AA31E55BD6CF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5. temats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57E104-C341-36D0-D87B-1C4C9A75C728}"/>
                  </a:ext>
                </a:extLst>
              </p:cNvPr>
              <p:cNvSpPr txBox="1"/>
              <p:nvPr/>
            </p:nvSpPr>
            <p:spPr>
              <a:xfrm>
                <a:off x="1135624" y="948869"/>
                <a:ext cx="959654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lv-LV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lv-LV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lv-LV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lv-LV" sz="3200" i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lv-LV" sz="3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lv-LV" sz="3200" i="0">
                          <a:latin typeface="Cambria Math" panose="02040503050406030204" pitchFamily="18" charset="0"/>
                        </a:rPr>
                        <m:t>+6≥0   </m:t>
                      </m:r>
                      <m:r>
                        <a:rPr lang="lv-LV" sz="3200" b="0" i="0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lv-LV" sz="3200" i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lv-LV" sz="3200" i="0">
                          <a:latin typeface="Cambria Math" panose="02040503050406030204" pitchFamily="18" charset="0"/>
                        </a:rPr>
                        <m:t>un</m:t>
                      </m:r>
                      <m:r>
                        <a:rPr lang="lv-LV" sz="3200" b="0" i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lv-LV" sz="3200" i="0"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ctrlPr>
                            <a:rPr lang="lv-LV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lv-LV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lv-LV" sz="3200" i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lv-LV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lv-LV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lv-LV" sz="3200" i="0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lv-LV" sz="3200" i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lv-LV" sz="3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57E104-C341-36D0-D87B-1C4C9A75C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624" y="948869"/>
                <a:ext cx="9596548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3520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A52C5-4ED5-9E1D-22A0-37180B0C0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ABBA92-B15E-D5FF-153A-4251C4D96635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0E14C6-4537-0BA9-2AA2-409924C03AE1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5. temats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B1A5E8-1600-C55E-B205-1BD4C61B60C5}"/>
              </a:ext>
            </a:extLst>
          </p:cNvPr>
          <p:cNvSpPr txBox="1"/>
          <p:nvPr/>
        </p:nvSpPr>
        <p:spPr>
          <a:xfrm>
            <a:off x="294212" y="216106"/>
            <a:ext cx="7011844" cy="471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lv-LV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</a:t>
            </a:r>
            <a:r>
              <a:rPr lang="lv-LV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Uzraksti nevienādībai ekvivalentu nevienādību!</a:t>
            </a:r>
            <a:endParaRPr lang="lv-LV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ula 5">
                <a:extLst>
                  <a:ext uri="{FF2B5EF4-FFF2-40B4-BE49-F238E27FC236}">
                    <a16:creationId xmlns:a16="http://schemas.microsoft.com/office/drawing/2014/main" id="{E18C9F62-4E9A-8D0C-7C74-D7F2730E77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6769390"/>
                  </p:ext>
                </p:extLst>
              </p:nvPr>
            </p:nvGraphicFramePr>
            <p:xfrm>
              <a:off x="576342" y="826293"/>
              <a:ext cx="5595490" cy="5205413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792000">
                      <a:extLst>
                        <a:ext uri="{9D8B030D-6E8A-4147-A177-3AD203B41FA5}">
                          <a16:colId xmlns:a16="http://schemas.microsoft.com/office/drawing/2014/main" val="796562567"/>
                        </a:ext>
                      </a:extLst>
                    </a:gridCol>
                    <a:gridCol w="4803490">
                      <a:extLst>
                        <a:ext uri="{9D8B030D-6E8A-4147-A177-3AD203B41FA5}">
                          <a16:colId xmlns:a16="http://schemas.microsoft.com/office/drawing/2014/main" val="253335022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</a:rPr>
                                      <m:t>7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lv-LV" sz="2800" kern="0">
                                        <a:effectLst/>
                                      </a:rPr>
                                      <m:t>−5</m:t>
                                    </m:r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</a:rPr>
                                  <m:t>&lt;0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1145626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+3</m:t>
                                    </m:r>
                                  </m:num>
                                  <m:den>
                                    <m:r>
                                      <a:rPr lang="lv-LV" sz="2800" kern="0">
                                        <a:effectLst/>
                                      </a:rPr>
                                      <m:t>7</m:t>
                                    </m:r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</a:rPr>
                                  <m:t>≤0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5407149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</a:rPr>
                                      <m:t>7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lv-LV" sz="2800" kern="0">
                                        <a:effectLst/>
                                      </a:rPr>
                                      <m:t>−4</m:t>
                                    </m:r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2257937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</a:rPr>
                                      <m:t>−10</m:t>
                                    </m:r>
                                  </m:num>
                                  <m:den>
                                    <m:r>
                                      <a:rPr lang="lv-LV" sz="2800" kern="0">
                                        <a:effectLst/>
                                      </a:rPr>
                                      <m:t>3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</a:rPr>
                                  <m:t>≤0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299825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ula 5">
                <a:extLst>
                  <a:ext uri="{FF2B5EF4-FFF2-40B4-BE49-F238E27FC236}">
                    <a16:creationId xmlns:a16="http://schemas.microsoft.com/office/drawing/2014/main" id="{E18C9F62-4E9A-8D0C-7C74-D7F2730E77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6769390"/>
                  </p:ext>
                </p:extLst>
              </p:nvPr>
            </p:nvGraphicFramePr>
            <p:xfrm>
              <a:off x="576342" y="826293"/>
              <a:ext cx="5595490" cy="5205413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792000">
                      <a:extLst>
                        <a:ext uri="{9D8B030D-6E8A-4147-A177-3AD203B41FA5}">
                          <a16:colId xmlns:a16="http://schemas.microsoft.com/office/drawing/2014/main" val="796562567"/>
                        </a:ext>
                      </a:extLst>
                    </a:gridCol>
                    <a:gridCol w="4803490">
                      <a:extLst>
                        <a:ext uri="{9D8B030D-6E8A-4147-A177-3AD203B41FA5}">
                          <a16:colId xmlns:a16="http://schemas.microsoft.com/office/drawing/2014/main" val="2533350221"/>
                        </a:ext>
                      </a:extLst>
                    </a:gridCol>
                  </a:tblGrid>
                  <a:tr h="12998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6477" b="-2995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1456260"/>
                      </a:ext>
                    </a:extLst>
                  </a:tr>
                  <a:tr h="130175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6477" t="-100469" b="-2009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4071491"/>
                      </a:ext>
                    </a:extLst>
                  </a:tr>
                  <a:tr h="12997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6477" t="-199533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2579379"/>
                      </a:ext>
                    </a:extLst>
                  </a:tr>
                  <a:tr h="13040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6477" t="-2995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99825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67890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75A5B-3EF5-0520-B4E0-3AEB360FA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98C327-9F69-2784-B2E3-69DC0657B283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826505-B6A7-EEBF-D9B2-636E040C1D13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5. temats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9A67CE-8F2D-9E39-A688-18340ED02147}"/>
              </a:ext>
            </a:extLst>
          </p:cNvPr>
          <p:cNvSpPr txBox="1"/>
          <p:nvPr/>
        </p:nvSpPr>
        <p:spPr>
          <a:xfrm>
            <a:off x="226140" y="402699"/>
            <a:ext cx="6096000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lv-LV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 </a:t>
            </a:r>
            <a:r>
              <a:rPr lang="lv-LV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Atrisini nevienādību!</a:t>
            </a:r>
            <a:endParaRPr lang="lv-LV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ula 5">
                <a:extLst>
                  <a:ext uri="{FF2B5EF4-FFF2-40B4-BE49-F238E27FC236}">
                    <a16:creationId xmlns:a16="http://schemas.microsoft.com/office/drawing/2014/main" id="{A41BBD5C-6975-516E-31A7-B1047F0834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8250765"/>
                  </p:ext>
                </p:extLst>
              </p:nvPr>
            </p:nvGraphicFramePr>
            <p:xfrm>
              <a:off x="489648" y="779084"/>
              <a:ext cx="3672065" cy="5045644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1814304342"/>
                        </a:ext>
                      </a:extLst>
                    </a:gridCol>
                    <a:gridCol w="3060065">
                      <a:extLst>
                        <a:ext uri="{9D8B030D-6E8A-4147-A177-3AD203B41FA5}">
                          <a16:colId xmlns:a16="http://schemas.microsoft.com/office/drawing/2014/main" val="3867114322"/>
                        </a:ext>
                      </a:extLst>
                    </a:gridCol>
                  </a:tblGrid>
                  <a:tr h="169022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17205654"/>
                      </a:ext>
                    </a:extLst>
                  </a:tr>
                  <a:tr h="167351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</a:t>
                          </a:r>
                          <a:endParaRPr lang="lv-LV" sz="24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</a:rPr>
                                  <m:t>&lt;0</m:t>
                                </m:r>
                              </m:oMath>
                            </m:oMathPara>
                          </a14:m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01098801"/>
                      </a:ext>
                    </a:extLst>
                  </a:tr>
                  <a:tr h="168190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</a:t>
                          </a:r>
                          <a:endParaRPr lang="lv-LV" sz="24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+12</m:t>
                                    </m:r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89363989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ula 5">
                <a:extLst>
                  <a:ext uri="{FF2B5EF4-FFF2-40B4-BE49-F238E27FC236}">
                    <a16:creationId xmlns:a16="http://schemas.microsoft.com/office/drawing/2014/main" id="{A41BBD5C-6975-516E-31A7-B1047F0834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8250765"/>
                  </p:ext>
                </p:extLst>
              </p:nvPr>
            </p:nvGraphicFramePr>
            <p:xfrm>
              <a:off x="489648" y="779084"/>
              <a:ext cx="3672065" cy="5045644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1814304342"/>
                        </a:ext>
                      </a:extLst>
                    </a:gridCol>
                    <a:gridCol w="3060065">
                      <a:extLst>
                        <a:ext uri="{9D8B030D-6E8A-4147-A177-3AD203B41FA5}">
                          <a16:colId xmlns:a16="http://schemas.microsoft.com/office/drawing/2014/main" val="3867114322"/>
                        </a:ext>
                      </a:extLst>
                    </a:gridCol>
                  </a:tblGrid>
                  <a:tr h="169022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9881" b="-1982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7205654"/>
                      </a:ext>
                    </a:extLst>
                  </a:tr>
                  <a:tr h="167351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</a:t>
                          </a:r>
                          <a:endParaRPr lang="lv-LV" sz="24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9881" t="-101091" b="-100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1098801"/>
                      </a:ext>
                    </a:extLst>
                  </a:tr>
                  <a:tr h="168190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</a:t>
                          </a:r>
                          <a:endParaRPr lang="lv-LV" sz="24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9881" t="-2003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363989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67467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4DA6B-6D20-D062-5DFA-CF912DA6D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C81145-605A-72FD-F6F6-42505A181533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43F414-CCAC-B315-DE4D-D9F3A7DDD441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5. temats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CB2D0DB8-B82E-CDC0-73E7-7836E99466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4572487"/>
                  </p:ext>
                </p:extLst>
              </p:nvPr>
            </p:nvGraphicFramePr>
            <p:xfrm>
              <a:off x="654240" y="1014000"/>
              <a:ext cx="9319869" cy="1314704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3307317157"/>
                        </a:ext>
                      </a:extLst>
                    </a:gridCol>
                    <a:gridCol w="4968000">
                      <a:extLst>
                        <a:ext uri="{9D8B030D-6E8A-4147-A177-3AD203B41FA5}">
                          <a16:colId xmlns:a16="http://schemas.microsoft.com/office/drawing/2014/main" val="237835740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716237504"/>
                        </a:ext>
                      </a:extLst>
                    </a:gridCol>
                    <a:gridCol w="3271869">
                      <a:extLst>
                        <a:ext uri="{9D8B030D-6E8A-4147-A177-3AD203B41FA5}">
                          <a16:colId xmlns:a16="http://schemas.microsoft.com/office/drawing/2014/main" val="369540341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</a:rPr>
                                      <m:t>17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lv-LV" sz="2800" kern="0">
                                        <a:effectLst/>
                                      </a:rPr>
                                      <m:t>+5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lv-LV" sz="2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lv-LV" sz="28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lv-LV" sz="28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−8</m:t>
                                    </m:r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+15</m:t>
                                    </m:r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129862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CB2D0DB8-B82E-CDC0-73E7-7836E99466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4572487"/>
                  </p:ext>
                </p:extLst>
              </p:nvPr>
            </p:nvGraphicFramePr>
            <p:xfrm>
              <a:off x="654240" y="1014000"/>
              <a:ext cx="9319869" cy="1314704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3307317157"/>
                        </a:ext>
                      </a:extLst>
                    </a:gridCol>
                    <a:gridCol w="4968000">
                      <a:extLst>
                        <a:ext uri="{9D8B030D-6E8A-4147-A177-3AD203B41FA5}">
                          <a16:colId xmlns:a16="http://schemas.microsoft.com/office/drawing/2014/main" val="237835740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716237504"/>
                        </a:ext>
                      </a:extLst>
                    </a:gridCol>
                    <a:gridCol w="3271869">
                      <a:extLst>
                        <a:ext uri="{9D8B030D-6E8A-4147-A177-3AD203B41FA5}">
                          <a16:colId xmlns:a16="http://schemas.microsoft.com/office/drawing/2014/main" val="3695403411"/>
                        </a:ext>
                      </a:extLst>
                    </a:gridCol>
                  </a:tblGrid>
                  <a:tr h="131470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0920" r="-76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849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298628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15440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7D598-9465-6D30-E125-551D98A91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6E5F19-2128-5C5C-007D-BAEB46FAA28B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A09AD4-372B-6848-4712-4DB70607A0CE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5. temats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ula 3">
                <a:extLst>
                  <a:ext uri="{FF2B5EF4-FFF2-40B4-BE49-F238E27FC236}">
                    <a16:creationId xmlns:a16="http://schemas.microsoft.com/office/drawing/2014/main" id="{74DFDEE1-BD8E-318B-4499-836763C0EE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3943000"/>
                  </p:ext>
                </p:extLst>
              </p:nvPr>
            </p:nvGraphicFramePr>
            <p:xfrm>
              <a:off x="809688" y="967083"/>
              <a:ext cx="9463869" cy="1314704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3307317157"/>
                        </a:ext>
                      </a:extLst>
                    </a:gridCol>
                    <a:gridCol w="4968000">
                      <a:extLst>
                        <a:ext uri="{9D8B030D-6E8A-4147-A177-3AD203B41FA5}">
                          <a16:colId xmlns:a16="http://schemas.microsoft.com/office/drawing/2014/main" val="2378357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716237504"/>
                        </a:ext>
                      </a:extLst>
                    </a:gridCol>
                    <a:gridCol w="3271869">
                      <a:extLst>
                        <a:ext uri="{9D8B030D-6E8A-4147-A177-3AD203B41FA5}">
                          <a16:colId xmlns:a16="http://schemas.microsoft.com/office/drawing/2014/main" val="369540341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8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lv-LV" sz="2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lv-LV" sz="28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lv-LV" sz="28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+6</m:t>
                                    </m:r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8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lv-LV" sz="2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lv-LV" sz="28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lv-LV" sz="28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129862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ula 3">
                <a:extLst>
                  <a:ext uri="{FF2B5EF4-FFF2-40B4-BE49-F238E27FC236}">
                    <a16:creationId xmlns:a16="http://schemas.microsoft.com/office/drawing/2014/main" id="{74DFDEE1-BD8E-318B-4499-836763C0EE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3943000"/>
                  </p:ext>
                </p:extLst>
              </p:nvPr>
            </p:nvGraphicFramePr>
            <p:xfrm>
              <a:off x="809688" y="967083"/>
              <a:ext cx="9463869" cy="1314704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3307317157"/>
                        </a:ext>
                      </a:extLst>
                    </a:gridCol>
                    <a:gridCol w="4968000">
                      <a:extLst>
                        <a:ext uri="{9D8B030D-6E8A-4147-A177-3AD203B41FA5}">
                          <a16:colId xmlns:a16="http://schemas.microsoft.com/office/drawing/2014/main" val="2378357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716237504"/>
                        </a:ext>
                      </a:extLst>
                    </a:gridCol>
                    <a:gridCol w="3271869">
                      <a:extLst>
                        <a:ext uri="{9D8B030D-6E8A-4147-A177-3AD203B41FA5}">
                          <a16:colId xmlns:a16="http://schemas.microsoft.com/office/drawing/2014/main" val="3695403411"/>
                        </a:ext>
                      </a:extLst>
                    </a:gridCol>
                  </a:tblGrid>
                  <a:tr h="131470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2255" r="-781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89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298628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99201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8bef9f-a63c-4aa5-8461-abde6ef1b13f" xsi:nil="true"/>
    <lcf76f155ced4ddcb4097134ff3c332f xmlns="ce3e92db-f657-4333-a51e-06ff60cc8bad">
      <Terms xmlns="http://schemas.microsoft.com/office/infopath/2007/PartnerControls"/>
    </lcf76f155ced4ddcb4097134ff3c332f>
    <_dlc_DocId xmlns="ce8bef9f-a63c-4aa5-8461-abde6ef1b13f">N7QR5PVYYKY3-1761010946-213651</_dlc_DocId>
    <_dlc_DocIdUrl xmlns="ce8bef9f-a63c-4aa5-8461-abde6ef1b13f">
      <Url>https://universityoflatvia387.sharepoint.com/sites/Neklatienesmatematikasskola/_layouts/15/DocIdRedir.aspx?ID=N7QR5PVYYKY3-1761010946-213651</Url>
      <Description>N7QR5PVYYKY3-1761010946-213651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s" ma:contentTypeID="0x0101002A8B9403833A1F48959392C1F5ECCA32" ma:contentTypeVersion="15" ma:contentTypeDescription="Izveidot jaunu dokumentu." ma:contentTypeScope="" ma:versionID="130ce3f0e239f9eb06c504e9d0d47fa8">
  <xsd:schema xmlns:xsd="http://www.w3.org/2001/XMLSchema" xmlns:xs="http://www.w3.org/2001/XMLSchema" xmlns:p="http://schemas.microsoft.com/office/2006/metadata/properties" xmlns:ns2="ce8bef9f-a63c-4aa5-8461-abde6ef1b13f" xmlns:ns3="ce3e92db-f657-4333-a51e-06ff60cc8bad" targetNamespace="http://schemas.microsoft.com/office/2006/metadata/properties" ma:root="true" ma:fieldsID="4c852ebde563d404607a7ac3964023bb" ns2:_="" ns3:_="">
    <xsd:import namespace="ce8bef9f-a63c-4aa5-8461-abde6ef1b13f"/>
    <xsd:import namespace="ce3e92db-f657-4333-a51e-06ff60cc8ba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2:SharedWithUsers" minOccurs="0"/>
                <xsd:element ref="ns2:SharedWithDetail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bef9f-a63c-4aa5-8461-abde6ef1b13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kumenta ID vērtība" ma:description="Šim vienumam piešķirtā dokumenta ID vērtība." ma:indexed="true" ma:internalName="_dlc_DocId" ma:readOnly="true">
      <xsd:simpleType>
        <xsd:restriction base="dms:Text"/>
      </xsd:simpleType>
    </xsd:element>
    <xsd:element name="_dlc_DocIdUrl" ma:index="9" nillable="true" ma:displayName="Dokumenta ID" ma:description="Pastāvīga saite uz šo dokumentu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5" nillable="true" ma:displayName="Taxonomy Catch All Column" ma:hidden="true" ma:list="{ef032cf2-02b7-4588-bfa3-6fcdddaebe00}" ma:internalName="TaxCatchAll" ma:showField="CatchAllData" ma:web="ce8bef9f-a63c-4aa5-8461-abde6ef1b1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Koplietots a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Koplietots ar: detalizēti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3e92db-f657-4333-a51e-06ff60cc8b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Attēlu atzīmes" ma:readOnly="false" ma:fieldId="{5cf76f15-5ced-4ddc-b409-7134ff3c332f}" ma:taxonomyMulti="true" ma:sspId="0bc0b185-4452-496b-8675-b05c282237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atura tips"/>
        <xsd:element ref="dc:title" minOccurs="0" maxOccurs="1" ma:index="4" ma:displayName="Virsrakst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A3734F93-D68C-4196-BCBB-CC9E5A9339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DAC4FDD-94D7-49B3-A7F9-BFDC35E8AEAD}">
  <ds:schemaRefs>
    <ds:schemaRef ds:uri="http://schemas.microsoft.com/office/2006/metadata/properties"/>
    <ds:schemaRef ds:uri="http://schemas.microsoft.com/office/infopath/2007/PartnerControls"/>
    <ds:schemaRef ds:uri="ce8bef9f-a63c-4aa5-8461-abde6ef1b13f"/>
    <ds:schemaRef ds:uri="ce3e92db-f657-4333-a51e-06ff60cc8bad"/>
  </ds:schemaRefs>
</ds:datastoreItem>
</file>

<file path=customXml/itemProps3.xml><?xml version="1.0" encoding="utf-8"?>
<ds:datastoreItem xmlns:ds="http://schemas.openxmlformats.org/officeDocument/2006/customXml" ds:itemID="{BCDC1F89-A934-462D-9D48-4DEA3800F811}"/>
</file>

<file path=customXml/itemProps4.xml><?xml version="1.0" encoding="utf-8"?>
<ds:datastoreItem xmlns:ds="http://schemas.openxmlformats.org/officeDocument/2006/customXml" ds:itemID="{1B601AA2-D1A1-45AF-BE33-5ECAE946A98C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338</Words>
  <Application>Microsoft Office PowerPoint</Application>
  <PresentationFormat>Platekrāna</PresentationFormat>
  <Paragraphs>47</Paragraphs>
  <Slides>8</Slides>
  <Notes>0</Notes>
  <HiddenSlides>0</HiddenSlides>
  <MMClips>0</MMClips>
  <ScaleCrop>false</ScaleCrop>
  <HeadingPairs>
    <vt:vector size="6" baseType="variant">
      <vt:variant>
        <vt:lpstr>Lietotie fonti</vt:lpstr>
      </vt:variant>
      <vt:variant>
        <vt:i4>5</vt:i4>
      </vt:variant>
      <vt:variant>
        <vt:lpstr>Dizains</vt:lpstr>
      </vt:variant>
      <vt:variant>
        <vt:i4>1</vt:i4>
      </vt:variant>
      <vt:variant>
        <vt:lpstr>Slaidu virsraksti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Cambria Math</vt:lpstr>
      <vt:lpstr>Times New Roman</vt:lpstr>
      <vt:lpstr>Office Theme</vt:lpstr>
      <vt:lpstr>Ekvivalentas nevienādības</vt:lpstr>
      <vt:lpstr>PowerPoint prezentācija</vt:lpstr>
      <vt:lpstr>PowerPoint prezentācija</vt:lpstr>
      <vt:lpstr>PowerPoint prezentācija</vt:lpstr>
      <vt:lpstr>PowerPoint prezentācija</vt:lpstr>
      <vt:lpstr>PowerPoint prezentācija</vt:lpstr>
      <vt:lpstr>PowerPoint prezentācija</vt:lpstr>
      <vt:lpstr>PowerPoint prezentācija</vt:lpstr>
    </vt:vector>
  </TitlesOfParts>
  <Company>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Maruta Avotiņa</dc:creator>
  <cp:lastModifiedBy>Maruta Avotiņa</cp:lastModifiedBy>
  <cp:revision>2</cp:revision>
  <dcterms:created xsi:type="dcterms:W3CDTF">2025-04-11T14:28:34Z</dcterms:created>
  <dcterms:modified xsi:type="dcterms:W3CDTF">2025-10-07T13:57:24Z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0x0101002A8B9403833A1F48959392C1F5ECCA32</vt:lpwstr>
  </property>
  <property fmtid="{D5CDD505-2E9C-101B-9397-08002B2CF9AE}" pid="3" name="_dlc_DocIdItemGuid">
    <vt:lpwstr>b7c479aa-3fb1-4cd6-b29d-606beff92e56</vt:lpwstr>
  </property>
</Properties>
</file>