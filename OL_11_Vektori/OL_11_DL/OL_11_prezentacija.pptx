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8AEEA-E587-4D7F-AFD1-AD0E18EBBDB4}" v="2" dt="2026-04-04T04:17:06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Gaišs stils 2 - izcēlum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Vidējs stils 2 - izcēlum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ila, režģa tabu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ta Avotiņa" userId="5ee6cc93-0b56-4a1a-9942-306bf2cf4d6f" providerId="ADAL" clId="{75370C2E-659F-4C1E-9F08-52E5DFAC5905}"/>
    <pc:docChg chg="modSld">
      <pc:chgData name="Maruta Avotiņa" userId="5ee6cc93-0b56-4a1a-9942-306bf2cf4d6f" providerId="ADAL" clId="{75370C2E-659F-4C1E-9F08-52E5DFAC5905}" dt="2026-04-04T04:17:06.700" v="1" actId="20577"/>
      <pc:docMkLst>
        <pc:docMk/>
      </pc:docMkLst>
      <pc:sldChg chg="modSp">
        <pc:chgData name="Maruta Avotiņa" userId="5ee6cc93-0b56-4a1a-9942-306bf2cf4d6f" providerId="ADAL" clId="{75370C2E-659F-4C1E-9F08-52E5DFAC5905}" dt="2026-04-04T04:17:06.700" v="1" actId="20577"/>
        <pc:sldMkLst>
          <pc:docMk/>
          <pc:sldMk cId="60934447" sldId="268"/>
        </pc:sldMkLst>
        <pc:graphicFrameChg chg="mod">
          <ac:chgData name="Maruta Avotiņa" userId="5ee6cc93-0b56-4a1a-9942-306bf2cf4d6f" providerId="ADAL" clId="{75370C2E-659F-4C1E-9F08-52E5DFAC5905}" dt="2026-04-04T04:17:06.700" v="1" actId="20577"/>
          <ac:graphicFrameMkLst>
            <pc:docMk/>
            <pc:sldMk cId="60934447" sldId="268"/>
            <ac:graphicFrameMk id="4" creationId="{23F9C06C-8DEA-2AD9-DEAC-B9CCF40483FC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836E52-2382-4001-B170-9E19799AFE0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v-LV"/>
        </a:p>
      </dgm:t>
    </dgm:pt>
    <dgm:pt modelId="{1FE049CD-2E5D-4B12-B987-3FF60931A31A}">
      <dgm:prSet phldrT="[Teksts]" custT="1"/>
      <dgm:spPr/>
      <dgm:t>
        <a:bodyPr/>
        <a:lstStyle/>
        <a:p>
          <a:r>
            <a:rPr lang="lv-LV" sz="2800" dirty="0"/>
            <a:t>Vektoru saskaitīšana</a:t>
          </a:r>
        </a:p>
      </dgm:t>
    </dgm:pt>
    <dgm:pt modelId="{736EE544-12CB-46DE-9A4F-002A963B84AA}" type="parTrans" cxnId="{E16ED5F4-AEE7-4B4D-B4DA-D973DD263257}">
      <dgm:prSet/>
      <dgm:spPr/>
      <dgm:t>
        <a:bodyPr/>
        <a:lstStyle/>
        <a:p>
          <a:endParaRPr lang="lv-LV"/>
        </a:p>
      </dgm:t>
    </dgm:pt>
    <dgm:pt modelId="{C65279BC-4730-41F2-8E91-1B6245B50FA0}" type="sibTrans" cxnId="{E16ED5F4-AEE7-4B4D-B4DA-D973DD263257}">
      <dgm:prSet/>
      <dgm:spPr/>
      <dgm:t>
        <a:bodyPr/>
        <a:lstStyle/>
        <a:p>
          <a:endParaRPr lang="lv-LV"/>
        </a:p>
      </dgm:t>
    </dgm:pt>
    <dgm:pt modelId="{821F090A-241E-4B4A-808A-BF2210D189F1}">
      <dgm:prSet phldrT="[Teksts]" custT="1"/>
      <dgm:spPr/>
      <dgm:t>
        <a:bodyPr/>
        <a:lstStyle/>
        <a:p>
          <a:r>
            <a:rPr lang="lv-LV" sz="2800" dirty="0"/>
            <a:t>Trijstūra likums</a:t>
          </a:r>
        </a:p>
      </dgm:t>
    </dgm:pt>
    <dgm:pt modelId="{7952DBF6-453F-440D-80EF-94AE5FC4C575}" type="parTrans" cxnId="{F48BE43B-2A6E-45F3-8926-71F25410D2FA}">
      <dgm:prSet/>
      <dgm:spPr/>
      <dgm:t>
        <a:bodyPr/>
        <a:lstStyle/>
        <a:p>
          <a:endParaRPr lang="lv-LV"/>
        </a:p>
      </dgm:t>
    </dgm:pt>
    <dgm:pt modelId="{4E2E02D2-8A1D-4AF3-B1C8-CC25AD2532E5}" type="sibTrans" cxnId="{F48BE43B-2A6E-45F3-8926-71F25410D2FA}">
      <dgm:prSet/>
      <dgm:spPr/>
      <dgm:t>
        <a:bodyPr/>
        <a:lstStyle/>
        <a:p>
          <a:endParaRPr lang="lv-LV"/>
        </a:p>
      </dgm:t>
    </dgm:pt>
    <dgm:pt modelId="{8D3D0385-7342-4AD9-B6E4-7DCA3414284D}">
      <dgm:prSet phldrT="[Teksts]" custT="1"/>
      <dgm:spPr/>
      <dgm:t>
        <a:bodyPr/>
        <a:lstStyle/>
        <a:p>
          <a:r>
            <a:rPr lang="lv-LV" sz="2800" dirty="0"/>
            <a:t>Paralelogramma likums</a:t>
          </a:r>
        </a:p>
      </dgm:t>
    </dgm:pt>
    <dgm:pt modelId="{AF283269-01B2-4BC6-9F58-0E5DF2D0AA45}" type="parTrans" cxnId="{24A30101-E48A-4EFE-AB5D-D5D97719CF3D}">
      <dgm:prSet/>
      <dgm:spPr/>
      <dgm:t>
        <a:bodyPr/>
        <a:lstStyle/>
        <a:p>
          <a:endParaRPr lang="lv-LV"/>
        </a:p>
      </dgm:t>
    </dgm:pt>
    <dgm:pt modelId="{0B394F2F-3576-443E-876D-888EECE7B632}" type="sibTrans" cxnId="{24A30101-E48A-4EFE-AB5D-D5D97719CF3D}">
      <dgm:prSet/>
      <dgm:spPr/>
      <dgm:t>
        <a:bodyPr/>
        <a:lstStyle/>
        <a:p>
          <a:endParaRPr lang="lv-LV"/>
        </a:p>
      </dgm:t>
    </dgm:pt>
    <mc:AlternateContent xmlns:mc="http://schemas.openxmlformats.org/markup-compatibility/2006">
      <mc:Choice xmlns:a14="http://schemas.microsoft.com/office/drawing/2010/main" Requires="a14">
        <dgm:pt modelId="{E1E084A7-3B59-4941-A684-416840814425}">
          <dgm:prSet/>
          <dgm:spPr/>
          <dgm:t>
            <a:bodyPr/>
            <a:lstStyle/>
            <a:p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Ja vektorus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m:ctrlPr>
                    </m:accPr>
                    <m:e>
                      <m: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</m:e>
                  </m:acc>
                </m:oMath>
              </a14:m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un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m:ctrlPr>
                    </m:accPr>
                    <m:e>
                      <m: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</m:t>
                      </m:r>
                    </m:e>
                  </m:acc>
                </m:oMath>
              </a14:m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lv-LV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atliek no kopīga sākumpunkta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, tad summas vektors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m:ctrlPr>
                    </m:accPr>
                    <m:e>
                      <m: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e>
                  </m:acc>
                </m:oMath>
              </a14:m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lv-LV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iziet no vektoru kopīga sākumpunkta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un ir tāda paralelograma diagonāle, kura malas ir vektori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m:ctrlPr>
                    </m:accPr>
                    <m:e>
                      <m: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</m:e>
                  </m:acc>
                </m:oMath>
              </a14:m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un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m:ctrlPr>
                    </m:accPr>
                    <m:e>
                      <m:r>
                        <a:rPr lang="lv-LV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</m:t>
                      </m:r>
                    </m:e>
                  </m:acc>
                </m:oMath>
              </a14:m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endParaRPr lang="lv-LV" dirty="0"/>
            </a:p>
          </dgm:t>
        </dgm:pt>
      </mc:Choice>
      <mc:Fallback>
        <dgm:pt modelId="{E1E084A7-3B59-4941-A684-416840814425}">
          <dgm:prSet/>
          <dgm:spPr/>
          <dgm:t>
            <a:bodyPr/>
            <a:lstStyle/>
            <a:p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Ja vektorus </a:t>
              </a:r>
              <a:r>
                <a:rPr lang="lv-LV" i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𝑎 ⃗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un </a:t>
              </a:r>
              <a:r>
                <a:rPr lang="lv-LV" i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𝑏 ⃗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lv-LV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atliek no kopīga sākumpunkta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, tad summas vektors </a:t>
              </a:r>
              <a:r>
                <a:rPr lang="lv-LV" i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𝑐 ⃗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lv-LV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iziet no vektoru kopīga sākumpunkta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un ir tāda paralelograma diagonāle, kura malas ir vektori </a:t>
              </a:r>
              <a:r>
                <a:rPr lang="lv-LV" i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𝑎 ⃗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un </a:t>
              </a:r>
              <a:r>
                <a:rPr lang="lv-LV" i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𝑏 ⃗</a:t>
              </a:r>
              <a:r>
                <a:rPr lang="lv-LV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endParaRPr lang="lv-LV" dirty="0"/>
            </a:p>
          </dgm:t>
        </dgm:pt>
      </mc:Fallback>
    </mc:AlternateContent>
    <dgm:pt modelId="{98B3BC3F-0AB7-4550-8FBE-9F1EE01C09E4}" type="parTrans" cxnId="{D00B581B-FEB3-4A11-AABF-65801DD019AA}">
      <dgm:prSet/>
      <dgm:spPr/>
      <dgm:t>
        <a:bodyPr/>
        <a:lstStyle/>
        <a:p>
          <a:endParaRPr lang="lv-LV"/>
        </a:p>
      </dgm:t>
    </dgm:pt>
    <dgm:pt modelId="{098DDC88-5587-4050-A19C-CE4E3A554B58}" type="sibTrans" cxnId="{D00B581B-FEB3-4A11-AABF-65801DD019AA}">
      <dgm:prSet/>
      <dgm:spPr/>
      <dgm:t>
        <a:bodyPr/>
        <a:lstStyle/>
        <a:p>
          <a:endParaRPr lang="lv-LV"/>
        </a:p>
      </dgm:t>
    </dgm:pt>
    <mc:AlternateContent xmlns:mc="http://schemas.openxmlformats.org/markup-compatibility/2006" xmlns:a14="http://schemas.microsoft.com/office/drawing/2010/main">
      <mc:Choice Requires="a14">
        <dgm:pt modelId="{E91C2D71-4144-49F4-9BBF-FDBBE9886CE3}">
          <dgm:prSet/>
          <dgm:spPr/>
          <dgm:t>
            <a:bodyPr/>
            <a:lstStyle/>
            <a:p>
              <a:r>
                <a:rPr lang="lv-LV" dirty="0"/>
                <a:t>Ja vektorus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lv-LV" i="1" smtClean="0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𝑎</m:t>
                      </m:r>
                    </m:e>
                  </m:acc>
                  <m:r>
                    <a:rPr lang="lv-LV" b="0" i="1" smtClean="0">
                      <a:latin typeface="Cambria Math" panose="02040503050406030204" pitchFamily="18" charset="0"/>
                    </a:rPr>
                    <m:t> </m:t>
                  </m:r>
                </m:oMath>
              </a14:m>
              <a:r>
                <a:rPr lang="lv-LV" dirty="0"/>
                <a:t>un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lv-LV" i="1" smtClean="0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𝑏</m:t>
                      </m:r>
                    </m:e>
                  </m:acc>
                </m:oMath>
              </a14:m>
              <a:r>
                <a:rPr lang="lv-LV" dirty="0"/>
                <a:t> </a:t>
              </a:r>
              <a:r>
                <a:rPr lang="lv-LV" b="1" dirty="0">
                  <a:solidFill>
                    <a:srgbClr val="FF0000"/>
                  </a:solidFill>
                </a:rPr>
                <a:t>atliek  secīgi vienu otram galā</a:t>
              </a:r>
              <a:r>
                <a:rPr lang="lv-LV" dirty="0"/>
                <a:t>, tad summas vektors savieno pirmā vektora sākumpunktu ar otrā vektora galapunktu.</a:t>
              </a:r>
            </a:p>
          </dgm:t>
        </dgm:pt>
      </mc:Choice>
      <mc:Fallback xmlns="">
        <dgm:pt modelId="{E91C2D71-4144-49F4-9BBF-FDBBE9886CE3}">
          <dgm:prSet/>
          <dgm:spPr/>
          <dgm:t>
            <a:bodyPr/>
            <a:lstStyle/>
            <a:p>
              <a:r>
                <a:rPr lang="lv-LV" dirty="0"/>
                <a:t>Ja vektorus </a:t>
              </a:r>
              <a:r>
                <a:rPr lang="lv-LV" b="0" i="0">
                  <a:latin typeface="Cambria Math" panose="02040503050406030204" pitchFamily="18" charset="0"/>
                </a:rPr>
                <a:t>𝑎 ⃗  </a:t>
              </a:r>
              <a:r>
                <a:rPr lang="lv-LV" dirty="0"/>
                <a:t>un </a:t>
              </a:r>
              <a:r>
                <a:rPr lang="lv-LV" b="0" i="0">
                  <a:latin typeface="Cambria Math" panose="02040503050406030204" pitchFamily="18" charset="0"/>
                </a:rPr>
                <a:t>𝑏 ⃗</a:t>
              </a:r>
              <a:r>
                <a:rPr lang="lv-LV" dirty="0"/>
                <a:t> </a:t>
              </a:r>
              <a:r>
                <a:rPr lang="lv-LV" b="1" dirty="0">
                  <a:solidFill>
                    <a:srgbClr val="FF0000"/>
                  </a:solidFill>
                </a:rPr>
                <a:t>atliek  secīgi vienu otram galā</a:t>
              </a:r>
              <a:r>
                <a:rPr lang="lv-LV" dirty="0"/>
                <a:t>, tad summas vektors savieno pirmā vektora sākumpunktu ar otrā vektora galapunktu.</a:t>
              </a:r>
            </a:p>
          </dgm:t>
        </dgm:pt>
      </mc:Fallback>
    </mc:AlternateContent>
    <dgm:pt modelId="{4473903E-621F-4856-A5A5-A6805791E6B1}" type="parTrans" cxnId="{A5803AEF-1771-4B42-BAFD-F4A52CCC5178}">
      <dgm:prSet/>
      <dgm:spPr/>
      <dgm:t>
        <a:bodyPr/>
        <a:lstStyle/>
        <a:p>
          <a:endParaRPr lang="lv-LV"/>
        </a:p>
      </dgm:t>
    </dgm:pt>
    <dgm:pt modelId="{247881C1-F5CF-496D-9666-5C3B0DEF761A}" type="sibTrans" cxnId="{A5803AEF-1771-4B42-BAFD-F4A52CCC5178}">
      <dgm:prSet/>
      <dgm:spPr/>
      <dgm:t>
        <a:bodyPr/>
        <a:lstStyle/>
        <a:p>
          <a:endParaRPr lang="lv-LV"/>
        </a:p>
      </dgm:t>
    </dgm:pt>
    <dgm:pt modelId="{AC4924E2-C4E8-4138-BB28-795E75566292}" type="pres">
      <dgm:prSet presAssocID="{6A836E52-2382-4001-B170-9E19799AFE0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234384-7EBA-4D6E-AE2B-E4C5F4F387D8}" type="pres">
      <dgm:prSet presAssocID="{6A836E52-2382-4001-B170-9E19799AFE03}" presName="hierFlow" presStyleCnt="0"/>
      <dgm:spPr/>
    </dgm:pt>
    <dgm:pt modelId="{F486CC10-DF09-492C-80A8-16EB56C0F5C5}" type="pres">
      <dgm:prSet presAssocID="{6A836E52-2382-4001-B170-9E19799AFE0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8B5DDFE-AE62-4501-AD35-27002FB7410E}" type="pres">
      <dgm:prSet presAssocID="{1FE049CD-2E5D-4B12-B987-3FF60931A31A}" presName="Name14" presStyleCnt="0"/>
      <dgm:spPr/>
    </dgm:pt>
    <dgm:pt modelId="{940E25D0-8216-44DB-BD4E-51E5E9012437}" type="pres">
      <dgm:prSet presAssocID="{1FE049CD-2E5D-4B12-B987-3FF60931A31A}" presName="level1Shape" presStyleLbl="node0" presStyleIdx="0" presStyleCnt="1" custScaleX="243344" custScaleY="64155">
        <dgm:presLayoutVars>
          <dgm:chPref val="3"/>
        </dgm:presLayoutVars>
      </dgm:prSet>
      <dgm:spPr/>
    </dgm:pt>
    <dgm:pt modelId="{A0BBF32A-8349-4B29-A609-3594A4AAF4D4}" type="pres">
      <dgm:prSet presAssocID="{1FE049CD-2E5D-4B12-B987-3FF60931A31A}" presName="hierChild2" presStyleCnt="0"/>
      <dgm:spPr/>
    </dgm:pt>
    <dgm:pt modelId="{DACAFE77-3EA2-4098-B956-ED3CB05053F1}" type="pres">
      <dgm:prSet presAssocID="{7952DBF6-453F-440D-80EF-94AE5FC4C575}" presName="Name19" presStyleLbl="parChTrans1D2" presStyleIdx="0" presStyleCnt="2"/>
      <dgm:spPr/>
    </dgm:pt>
    <dgm:pt modelId="{9F6A6C50-FF30-467A-937F-753DACA710D4}" type="pres">
      <dgm:prSet presAssocID="{821F090A-241E-4B4A-808A-BF2210D189F1}" presName="Name21" presStyleCnt="0"/>
      <dgm:spPr/>
    </dgm:pt>
    <dgm:pt modelId="{252D3CD4-E826-4C9D-B29A-180B4E92D670}" type="pres">
      <dgm:prSet presAssocID="{821F090A-241E-4B4A-808A-BF2210D189F1}" presName="level2Shape" presStyleLbl="node2" presStyleIdx="0" presStyleCnt="2" custScaleX="194402" custScaleY="52238"/>
      <dgm:spPr/>
    </dgm:pt>
    <dgm:pt modelId="{436C6B1A-6D8E-44F8-A80C-FB742A6B48D8}" type="pres">
      <dgm:prSet presAssocID="{821F090A-241E-4B4A-808A-BF2210D189F1}" presName="hierChild3" presStyleCnt="0"/>
      <dgm:spPr/>
    </dgm:pt>
    <dgm:pt modelId="{E8C45648-84D3-4779-8BDF-3401D7616FE9}" type="pres">
      <dgm:prSet presAssocID="{4473903E-621F-4856-A5A5-A6805791E6B1}" presName="Name19" presStyleLbl="parChTrans1D3" presStyleIdx="0" presStyleCnt="2"/>
      <dgm:spPr/>
    </dgm:pt>
    <dgm:pt modelId="{AC745478-3656-43E7-8A03-2288C7DD749C}" type="pres">
      <dgm:prSet presAssocID="{E91C2D71-4144-49F4-9BBF-FDBBE9886CE3}" presName="Name21" presStyleCnt="0"/>
      <dgm:spPr/>
    </dgm:pt>
    <dgm:pt modelId="{F48D626A-D99F-45C8-B526-424A8AD36E56}" type="pres">
      <dgm:prSet presAssocID="{E91C2D71-4144-49F4-9BBF-FDBBE9886CE3}" presName="level2Shape" presStyleLbl="node3" presStyleIdx="0" presStyleCnt="2" custScaleX="303077" custLinFactNeighborX="-413"/>
      <dgm:spPr/>
    </dgm:pt>
    <dgm:pt modelId="{D9069BDD-DB6A-428C-8008-D1A584AA68D5}" type="pres">
      <dgm:prSet presAssocID="{E91C2D71-4144-49F4-9BBF-FDBBE9886CE3}" presName="hierChild3" presStyleCnt="0"/>
      <dgm:spPr/>
    </dgm:pt>
    <dgm:pt modelId="{417E3EA8-AF27-415A-B0E3-CA1135EA30EA}" type="pres">
      <dgm:prSet presAssocID="{AF283269-01B2-4BC6-9F58-0E5DF2D0AA45}" presName="Name19" presStyleLbl="parChTrans1D2" presStyleIdx="1" presStyleCnt="2"/>
      <dgm:spPr/>
    </dgm:pt>
    <dgm:pt modelId="{6561EF6C-CB11-49B5-AB49-E7ADB6406EFA}" type="pres">
      <dgm:prSet presAssocID="{8D3D0385-7342-4AD9-B6E4-7DCA3414284D}" presName="Name21" presStyleCnt="0"/>
      <dgm:spPr/>
    </dgm:pt>
    <dgm:pt modelId="{EB9969A2-0ACA-4E87-BCBD-4CB98F632473}" type="pres">
      <dgm:prSet presAssocID="{8D3D0385-7342-4AD9-B6E4-7DCA3414284D}" presName="level2Shape" presStyleLbl="node2" presStyleIdx="1" presStyleCnt="2" custScaleX="289057" custScaleY="52238"/>
      <dgm:spPr/>
    </dgm:pt>
    <dgm:pt modelId="{3E6CB3D5-CA14-4C35-AC19-7D0C79995C07}" type="pres">
      <dgm:prSet presAssocID="{8D3D0385-7342-4AD9-B6E4-7DCA3414284D}" presName="hierChild3" presStyleCnt="0"/>
      <dgm:spPr/>
    </dgm:pt>
    <dgm:pt modelId="{0984EC17-52F6-407A-983B-7289A25A992B}" type="pres">
      <dgm:prSet presAssocID="{98B3BC3F-0AB7-4550-8FBE-9F1EE01C09E4}" presName="Name19" presStyleLbl="parChTrans1D3" presStyleIdx="1" presStyleCnt="2"/>
      <dgm:spPr/>
    </dgm:pt>
    <dgm:pt modelId="{E75B353E-DC3F-45D5-B981-F0B4483236F4}" type="pres">
      <dgm:prSet presAssocID="{E1E084A7-3B59-4941-A684-416840814425}" presName="Name21" presStyleCnt="0"/>
      <dgm:spPr/>
    </dgm:pt>
    <dgm:pt modelId="{6E9E3C6B-97A9-4BD6-9DE3-4C1E1FCA3B8D}" type="pres">
      <dgm:prSet presAssocID="{E1E084A7-3B59-4941-A684-416840814425}" presName="level2Shape" presStyleLbl="node3" presStyleIdx="1" presStyleCnt="2" custScaleX="373735"/>
      <dgm:spPr/>
    </dgm:pt>
    <dgm:pt modelId="{FA1ECD3A-7ECE-40EC-BDFB-E43A95D0BB2C}" type="pres">
      <dgm:prSet presAssocID="{E1E084A7-3B59-4941-A684-416840814425}" presName="hierChild3" presStyleCnt="0"/>
      <dgm:spPr/>
    </dgm:pt>
    <dgm:pt modelId="{DCFB4EE7-32E9-4F36-9DCB-ADDFB7648A07}" type="pres">
      <dgm:prSet presAssocID="{6A836E52-2382-4001-B170-9E19799AFE03}" presName="bgShapesFlow" presStyleCnt="0"/>
      <dgm:spPr/>
    </dgm:pt>
  </dgm:ptLst>
  <dgm:cxnLst>
    <dgm:cxn modelId="{24A30101-E48A-4EFE-AB5D-D5D97719CF3D}" srcId="{1FE049CD-2E5D-4B12-B987-3FF60931A31A}" destId="{8D3D0385-7342-4AD9-B6E4-7DCA3414284D}" srcOrd="1" destOrd="0" parTransId="{AF283269-01B2-4BC6-9F58-0E5DF2D0AA45}" sibTransId="{0B394F2F-3576-443E-876D-888EECE7B632}"/>
    <dgm:cxn modelId="{994ADF02-B355-486C-9E84-FD40A56C050B}" type="presOf" srcId="{821F090A-241E-4B4A-808A-BF2210D189F1}" destId="{252D3CD4-E826-4C9D-B29A-180B4E92D670}" srcOrd="0" destOrd="0" presId="urn:microsoft.com/office/officeart/2005/8/layout/hierarchy6"/>
    <dgm:cxn modelId="{FB89A404-64B9-41F4-A9E8-408B3460D8DD}" type="presOf" srcId="{98B3BC3F-0AB7-4550-8FBE-9F1EE01C09E4}" destId="{0984EC17-52F6-407A-983B-7289A25A992B}" srcOrd="0" destOrd="0" presId="urn:microsoft.com/office/officeart/2005/8/layout/hierarchy6"/>
    <dgm:cxn modelId="{D00B581B-FEB3-4A11-AABF-65801DD019AA}" srcId="{8D3D0385-7342-4AD9-B6E4-7DCA3414284D}" destId="{E1E084A7-3B59-4941-A684-416840814425}" srcOrd="0" destOrd="0" parTransId="{98B3BC3F-0AB7-4550-8FBE-9F1EE01C09E4}" sibTransId="{098DDC88-5587-4050-A19C-CE4E3A554B58}"/>
    <dgm:cxn modelId="{E92BB91B-0D54-45DB-A787-3A313AA14D91}" type="presOf" srcId="{7952DBF6-453F-440D-80EF-94AE5FC4C575}" destId="{DACAFE77-3EA2-4098-B956-ED3CB05053F1}" srcOrd="0" destOrd="0" presId="urn:microsoft.com/office/officeart/2005/8/layout/hierarchy6"/>
    <dgm:cxn modelId="{F48BE43B-2A6E-45F3-8926-71F25410D2FA}" srcId="{1FE049CD-2E5D-4B12-B987-3FF60931A31A}" destId="{821F090A-241E-4B4A-808A-BF2210D189F1}" srcOrd="0" destOrd="0" parTransId="{7952DBF6-453F-440D-80EF-94AE5FC4C575}" sibTransId="{4E2E02D2-8A1D-4AF3-B1C8-CC25AD2532E5}"/>
    <dgm:cxn modelId="{989A0068-3349-4C4D-AB73-4CA1CE2F4D30}" type="presOf" srcId="{E1E084A7-3B59-4941-A684-416840814425}" destId="{6E9E3C6B-97A9-4BD6-9DE3-4C1E1FCA3B8D}" srcOrd="0" destOrd="0" presId="urn:microsoft.com/office/officeart/2005/8/layout/hierarchy6"/>
    <dgm:cxn modelId="{167E4078-1B5D-465C-A155-BB679F812C58}" type="presOf" srcId="{4473903E-621F-4856-A5A5-A6805791E6B1}" destId="{E8C45648-84D3-4779-8BDF-3401D7616FE9}" srcOrd="0" destOrd="0" presId="urn:microsoft.com/office/officeart/2005/8/layout/hierarchy6"/>
    <dgm:cxn modelId="{807F589F-2032-48C8-A083-D882B966EDB0}" type="presOf" srcId="{8D3D0385-7342-4AD9-B6E4-7DCA3414284D}" destId="{EB9969A2-0ACA-4E87-BCBD-4CB98F632473}" srcOrd="0" destOrd="0" presId="urn:microsoft.com/office/officeart/2005/8/layout/hierarchy6"/>
    <dgm:cxn modelId="{33D9E1A6-CFEF-42E6-B338-7CFED0D687AA}" type="presOf" srcId="{6A836E52-2382-4001-B170-9E19799AFE03}" destId="{AC4924E2-C4E8-4138-BB28-795E75566292}" srcOrd="0" destOrd="0" presId="urn:microsoft.com/office/officeart/2005/8/layout/hierarchy6"/>
    <dgm:cxn modelId="{1988D0AC-6A59-4544-A96C-1EB2D509320E}" type="presOf" srcId="{1FE049CD-2E5D-4B12-B987-3FF60931A31A}" destId="{940E25D0-8216-44DB-BD4E-51E5E9012437}" srcOrd="0" destOrd="0" presId="urn:microsoft.com/office/officeart/2005/8/layout/hierarchy6"/>
    <dgm:cxn modelId="{41E17AC4-A9EC-4E18-8409-1DEFBAAE0E97}" type="presOf" srcId="{E91C2D71-4144-49F4-9BBF-FDBBE9886CE3}" destId="{F48D626A-D99F-45C8-B526-424A8AD36E56}" srcOrd="0" destOrd="0" presId="urn:microsoft.com/office/officeart/2005/8/layout/hierarchy6"/>
    <dgm:cxn modelId="{A5803AEF-1771-4B42-BAFD-F4A52CCC5178}" srcId="{821F090A-241E-4B4A-808A-BF2210D189F1}" destId="{E91C2D71-4144-49F4-9BBF-FDBBE9886CE3}" srcOrd="0" destOrd="0" parTransId="{4473903E-621F-4856-A5A5-A6805791E6B1}" sibTransId="{247881C1-F5CF-496D-9666-5C3B0DEF761A}"/>
    <dgm:cxn modelId="{E16ED5F4-AEE7-4B4D-B4DA-D973DD263257}" srcId="{6A836E52-2382-4001-B170-9E19799AFE03}" destId="{1FE049CD-2E5D-4B12-B987-3FF60931A31A}" srcOrd="0" destOrd="0" parTransId="{736EE544-12CB-46DE-9A4F-002A963B84AA}" sibTransId="{C65279BC-4730-41F2-8E91-1B6245B50FA0}"/>
    <dgm:cxn modelId="{FFF557FF-7FA7-413E-BF2D-DAB14136C402}" type="presOf" srcId="{AF283269-01B2-4BC6-9F58-0E5DF2D0AA45}" destId="{417E3EA8-AF27-415A-B0E3-CA1135EA30EA}" srcOrd="0" destOrd="0" presId="urn:microsoft.com/office/officeart/2005/8/layout/hierarchy6"/>
    <dgm:cxn modelId="{12CE6A4C-6FA5-4308-BBAA-70175F2B3C31}" type="presParOf" srcId="{AC4924E2-C4E8-4138-BB28-795E75566292}" destId="{20234384-7EBA-4D6E-AE2B-E4C5F4F387D8}" srcOrd="0" destOrd="0" presId="urn:microsoft.com/office/officeart/2005/8/layout/hierarchy6"/>
    <dgm:cxn modelId="{E8AAE94A-447F-48ED-9694-CFB11BA39115}" type="presParOf" srcId="{20234384-7EBA-4D6E-AE2B-E4C5F4F387D8}" destId="{F486CC10-DF09-492C-80A8-16EB56C0F5C5}" srcOrd="0" destOrd="0" presId="urn:microsoft.com/office/officeart/2005/8/layout/hierarchy6"/>
    <dgm:cxn modelId="{AFB176D2-5E12-42CE-B54D-A1AA37108543}" type="presParOf" srcId="{F486CC10-DF09-492C-80A8-16EB56C0F5C5}" destId="{38B5DDFE-AE62-4501-AD35-27002FB7410E}" srcOrd="0" destOrd="0" presId="urn:microsoft.com/office/officeart/2005/8/layout/hierarchy6"/>
    <dgm:cxn modelId="{5CB00608-9BB3-46BB-AE94-61943FD26AA4}" type="presParOf" srcId="{38B5DDFE-AE62-4501-AD35-27002FB7410E}" destId="{940E25D0-8216-44DB-BD4E-51E5E9012437}" srcOrd="0" destOrd="0" presId="urn:microsoft.com/office/officeart/2005/8/layout/hierarchy6"/>
    <dgm:cxn modelId="{B0334704-1C70-4CD8-B4B6-02E6E715988B}" type="presParOf" srcId="{38B5DDFE-AE62-4501-AD35-27002FB7410E}" destId="{A0BBF32A-8349-4B29-A609-3594A4AAF4D4}" srcOrd="1" destOrd="0" presId="urn:microsoft.com/office/officeart/2005/8/layout/hierarchy6"/>
    <dgm:cxn modelId="{C82F8681-8671-46CE-9FE5-E8E5126C4308}" type="presParOf" srcId="{A0BBF32A-8349-4B29-A609-3594A4AAF4D4}" destId="{DACAFE77-3EA2-4098-B956-ED3CB05053F1}" srcOrd="0" destOrd="0" presId="urn:microsoft.com/office/officeart/2005/8/layout/hierarchy6"/>
    <dgm:cxn modelId="{5B7D211C-753A-4462-BED7-A3B3D8BECD72}" type="presParOf" srcId="{A0BBF32A-8349-4B29-A609-3594A4AAF4D4}" destId="{9F6A6C50-FF30-467A-937F-753DACA710D4}" srcOrd="1" destOrd="0" presId="urn:microsoft.com/office/officeart/2005/8/layout/hierarchy6"/>
    <dgm:cxn modelId="{3EB598D1-5EEF-4A87-B3BD-A09E9ACECAB4}" type="presParOf" srcId="{9F6A6C50-FF30-467A-937F-753DACA710D4}" destId="{252D3CD4-E826-4C9D-B29A-180B4E92D670}" srcOrd="0" destOrd="0" presId="urn:microsoft.com/office/officeart/2005/8/layout/hierarchy6"/>
    <dgm:cxn modelId="{BA3021A6-1657-4BBC-8E3C-0625AA2BA3F8}" type="presParOf" srcId="{9F6A6C50-FF30-467A-937F-753DACA710D4}" destId="{436C6B1A-6D8E-44F8-A80C-FB742A6B48D8}" srcOrd="1" destOrd="0" presId="urn:microsoft.com/office/officeart/2005/8/layout/hierarchy6"/>
    <dgm:cxn modelId="{227583AC-92E7-40F5-A4EC-897D758E6FB1}" type="presParOf" srcId="{436C6B1A-6D8E-44F8-A80C-FB742A6B48D8}" destId="{E8C45648-84D3-4779-8BDF-3401D7616FE9}" srcOrd="0" destOrd="0" presId="urn:microsoft.com/office/officeart/2005/8/layout/hierarchy6"/>
    <dgm:cxn modelId="{63484E62-1CAD-4B42-A033-A34AE1753BB8}" type="presParOf" srcId="{436C6B1A-6D8E-44F8-A80C-FB742A6B48D8}" destId="{AC745478-3656-43E7-8A03-2288C7DD749C}" srcOrd="1" destOrd="0" presId="urn:microsoft.com/office/officeart/2005/8/layout/hierarchy6"/>
    <dgm:cxn modelId="{F636925A-52FD-4647-AA62-CE0877951B90}" type="presParOf" srcId="{AC745478-3656-43E7-8A03-2288C7DD749C}" destId="{F48D626A-D99F-45C8-B526-424A8AD36E56}" srcOrd="0" destOrd="0" presId="urn:microsoft.com/office/officeart/2005/8/layout/hierarchy6"/>
    <dgm:cxn modelId="{CAF0BFA5-B0BF-4346-908C-AB77BE2CDAB0}" type="presParOf" srcId="{AC745478-3656-43E7-8A03-2288C7DD749C}" destId="{D9069BDD-DB6A-428C-8008-D1A584AA68D5}" srcOrd="1" destOrd="0" presId="urn:microsoft.com/office/officeart/2005/8/layout/hierarchy6"/>
    <dgm:cxn modelId="{520EEFC0-AC0C-4E71-8A10-9A4D17E4610F}" type="presParOf" srcId="{A0BBF32A-8349-4B29-A609-3594A4AAF4D4}" destId="{417E3EA8-AF27-415A-B0E3-CA1135EA30EA}" srcOrd="2" destOrd="0" presId="urn:microsoft.com/office/officeart/2005/8/layout/hierarchy6"/>
    <dgm:cxn modelId="{32B3C1CC-0BF2-40D8-8FC5-026C4D02AE09}" type="presParOf" srcId="{A0BBF32A-8349-4B29-A609-3594A4AAF4D4}" destId="{6561EF6C-CB11-49B5-AB49-E7ADB6406EFA}" srcOrd="3" destOrd="0" presId="urn:microsoft.com/office/officeart/2005/8/layout/hierarchy6"/>
    <dgm:cxn modelId="{6147089F-D21D-4C5A-B75B-FAE19496D68E}" type="presParOf" srcId="{6561EF6C-CB11-49B5-AB49-E7ADB6406EFA}" destId="{EB9969A2-0ACA-4E87-BCBD-4CB98F632473}" srcOrd="0" destOrd="0" presId="urn:microsoft.com/office/officeart/2005/8/layout/hierarchy6"/>
    <dgm:cxn modelId="{DA2B9153-05BA-4A3F-89A6-CD76D0EF841E}" type="presParOf" srcId="{6561EF6C-CB11-49B5-AB49-E7ADB6406EFA}" destId="{3E6CB3D5-CA14-4C35-AC19-7D0C79995C07}" srcOrd="1" destOrd="0" presId="urn:microsoft.com/office/officeart/2005/8/layout/hierarchy6"/>
    <dgm:cxn modelId="{80138EBE-C6F6-4115-A55C-F951D607E9C9}" type="presParOf" srcId="{3E6CB3D5-CA14-4C35-AC19-7D0C79995C07}" destId="{0984EC17-52F6-407A-983B-7289A25A992B}" srcOrd="0" destOrd="0" presId="urn:microsoft.com/office/officeart/2005/8/layout/hierarchy6"/>
    <dgm:cxn modelId="{6E8CA392-6441-4621-A513-2A54C447EAA7}" type="presParOf" srcId="{3E6CB3D5-CA14-4C35-AC19-7D0C79995C07}" destId="{E75B353E-DC3F-45D5-B981-F0B4483236F4}" srcOrd="1" destOrd="0" presId="urn:microsoft.com/office/officeart/2005/8/layout/hierarchy6"/>
    <dgm:cxn modelId="{C4532F30-90C0-48B7-AC5B-64FAAE693377}" type="presParOf" srcId="{E75B353E-DC3F-45D5-B981-F0B4483236F4}" destId="{6E9E3C6B-97A9-4BD6-9DE3-4C1E1FCA3B8D}" srcOrd="0" destOrd="0" presId="urn:microsoft.com/office/officeart/2005/8/layout/hierarchy6"/>
    <dgm:cxn modelId="{9E57C014-D5BF-43D3-933D-D54C965F7DE4}" type="presParOf" srcId="{E75B353E-DC3F-45D5-B981-F0B4483236F4}" destId="{FA1ECD3A-7ECE-40EC-BDFB-E43A95D0BB2C}" srcOrd="1" destOrd="0" presId="urn:microsoft.com/office/officeart/2005/8/layout/hierarchy6"/>
    <dgm:cxn modelId="{CD8B37B2-89D7-453D-9627-355753F7C007}" type="presParOf" srcId="{AC4924E2-C4E8-4138-BB28-795E75566292}" destId="{DCFB4EE7-32E9-4F36-9DCB-ADDFB7648A07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836E52-2382-4001-B170-9E19799AFE0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v-LV"/>
        </a:p>
      </dgm:t>
    </dgm:pt>
    <dgm:pt modelId="{1FE049CD-2E5D-4B12-B987-3FF60931A31A}">
      <dgm:prSet phldrT="[Teksts]" custT="1"/>
      <dgm:spPr/>
      <dgm:t>
        <a:bodyPr/>
        <a:lstStyle/>
        <a:p>
          <a:r>
            <a:rPr lang="lv-LV" sz="2800" dirty="0"/>
            <a:t>Vektoru saskaitīšana</a:t>
          </a:r>
        </a:p>
      </dgm:t>
    </dgm:pt>
    <dgm:pt modelId="{736EE544-12CB-46DE-9A4F-002A963B84AA}" type="parTrans" cxnId="{E16ED5F4-AEE7-4B4D-B4DA-D973DD263257}">
      <dgm:prSet/>
      <dgm:spPr/>
      <dgm:t>
        <a:bodyPr/>
        <a:lstStyle/>
        <a:p>
          <a:endParaRPr lang="lv-LV"/>
        </a:p>
      </dgm:t>
    </dgm:pt>
    <dgm:pt modelId="{C65279BC-4730-41F2-8E91-1B6245B50FA0}" type="sibTrans" cxnId="{E16ED5F4-AEE7-4B4D-B4DA-D973DD263257}">
      <dgm:prSet/>
      <dgm:spPr/>
      <dgm:t>
        <a:bodyPr/>
        <a:lstStyle/>
        <a:p>
          <a:endParaRPr lang="lv-LV"/>
        </a:p>
      </dgm:t>
    </dgm:pt>
    <dgm:pt modelId="{821F090A-241E-4B4A-808A-BF2210D189F1}">
      <dgm:prSet phldrT="[Teksts]" custT="1"/>
      <dgm:spPr/>
      <dgm:t>
        <a:bodyPr/>
        <a:lstStyle/>
        <a:p>
          <a:r>
            <a:rPr lang="lv-LV" sz="2800" dirty="0"/>
            <a:t>Trijstūra likums</a:t>
          </a:r>
        </a:p>
      </dgm:t>
    </dgm:pt>
    <dgm:pt modelId="{7952DBF6-453F-440D-80EF-94AE5FC4C575}" type="parTrans" cxnId="{F48BE43B-2A6E-45F3-8926-71F25410D2FA}">
      <dgm:prSet/>
      <dgm:spPr/>
      <dgm:t>
        <a:bodyPr/>
        <a:lstStyle/>
        <a:p>
          <a:endParaRPr lang="lv-LV"/>
        </a:p>
      </dgm:t>
    </dgm:pt>
    <dgm:pt modelId="{4E2E02D2-8A1D-4AF3-B1C8-CC25AD2532E5}" type="sibTrans" cxnId="{F48BE43B-2A6E-45F3-8926-71F25410D2FA}">
      <dgm:prSet/>
      <dgm:spPr/>
      <dgm:t>
        <a:bodyPr/>
        <a:lstStyle/>
        <a:p>
          <a:endParaRPr lang="lv-LV"/>
        </a:p>
      </dgm:t>
    </dgm:pt>
    <dgm:pt modelId="{8D3D0385-7342-4AD9-B6E4-7DCA3414284D}">
      <dgm:prSet phldrT="[Teksts]" custT="1"/>
      <dgm:spPr/>
      <dgm:t>
        <a:bodyPr/>
        <a:lstStyle/>
        <a:p>
          <a:r>
            <a:rPr lang="lv-LV" sz="2800" dirty="0"/>
            <a:t>Paralelogramma likums</a:t>
          </a:r>
        </a:p>
      </dgm:t>
    </dgm:pt>
    <dgm:pt modelId="{AF283269-01B2-4BC6-9F58-0E5DF2D0AA45}" type="parTrans" cxnId="{24A30101-E48A-4EFE-AB5D-D5D97719CF3D}">
      <dgm:prSet/>
      <dgm:spPr/>
      <dgm:t>
        <a:bodyPr/>
        <a:lstStyle/>
        <a:p>
          <a:endParaRPr lang="lv-LV"/>
        </a:p>
      </dgm:t>
    </dgm:pt>
    <dgm:pt modelId="{0B394F2F-3576-443E-876D-888EECE7B632}" type="sibTrans" cxnId="{24A30101-E48A-4EFE-AB5D-D5D97719CF3D}">
      <dgm:prSet/>
      <dgm:spPr/>
      <dgm:t>
        <a:bodyPr/>
        <a:lstStyle/>
        <a:p>
          <a:endParaRPr lang="lv-LV"/>
        </a:p>
      </dgm:t>
    </dgm:pt>
    <dgm:pt modelId="{E1E084A7-3B59-4941-A684-416840814425}">
      <dgm:prSet/>
      <dgm:spPr>
        <a:blipFill>
          <a:blip xmlns:r="http://schemas.openxmlformats.org/officeDocument/2006/relationships" r:embed="rId1"/>
          <a:stretch>
            <a:fillRect r="-739"/>
          </a:stretch>
        </a:blipFill>
      </dgm:spPr>
      <dgm:t>
        <a:bodyPr/>
        <a:lstStyle/>
        <a:p>
          <a:r>
            <a:rPr lang="lv-LV">
              <a:noFill/>
            </a:rPr>
            <a:t> </a:t>
          </a:r>
        </a:p>
      </dgm:t>
    </dgm:pt>
    <dgm:pt modelId="{98B3BC3F-0AB7-4550-8FBE-9F1EE01C09E4}" type="parTrans" cxnId="{D00B581B-FEB3-4A11-AABF-65801DD019AA}">
      <dgm:prSet/>
      <dgm:spPr/>
      <dgm:t>
        <a:bodyPr/>
        <a:lstStyle/>
        <a:p>
          <a:endParaRPr lang="lv-LV"/>
        </a:p>
      </dgm:t>
    </dgm:pt>
    <dgm:pt modelId="{098DDC88-5587-4050-A19C-CE4E3A554B58}" type="sibTrans" cxnId="{D00B581B-FEB3-4A11-AABF-65801DD019AA}">
      <dgm:prSet/>
      <dgm:spPr/>
      <dgm:t>
        <a:bodyPr/>
        <a:lstStyle/>
        <a:p>
          <a:endParaRPr lang="lv-LV"/>
        </a:p>
      </dgm:t>
    </dgm:pt>
    <dgm:pt modelId="{E91C2D71-4144-49F4-9BBF-FDBBE9886CE3}">
      <dgm:prSet/>
      <dgm:spPr>
        <a:blipFill>
          <a:blip xmlns:r="http://schemas.openxmlformats.org/officeDocument/2006/relationships" r:embed="rId2"/>
          <a:stretch>
            <a:fillRect l="-520" r="-1560"/>
          </a:stretch>
        </a:blipFill>
      </dgm:spPr>
      <dgm:t>
        <a:bodyPr/>
        <a:lstStyle/>
        <a:p>
          <a:r>
            <a:rPr lang="lv-LV">
              <a:noFill/>
            </a:rPr>
            <a:t> </a:t>
          </a:r>
        </a:p>
      </dgm:t>
    </dgm:pt>
    <dgm:pt modelId="{4473903E-621F-4856-A5A5-A6805791E6B1}" type="parTrans" cxnId="{A5803AEF-1771-4B42-BAFD-F4A52CCC5178}">
      <dgm:prSet/>
      <dgm:spPr/>
      <dgm:t>
        <a:bodyPr/>
        <a:lstStyle/>
        <a:p>
          <a:endParaRPr lang="lv-LV"/>
        </a:p>
      </dgm:t>
    </dgm:pt>
    <dgm:pt modelId="{247881C1-F5CF-496D-9666-5C3B0DEF761A}" type="sibTrans" cxnId="{A5803AEF-1771-4B42-BAFD-F4A52CCC5178}">
      <dgm:prSet/>
      <dgm:spPr/>
      <dgm:t>
        <a:bodyPr/>
        <a:lstStyle/>
        <a:p>
          <a:endParaRPr lang="lv-LV"/>
        </a:p>
      </dgm:t>
    </dgm:pt>
    <dgm:pt modelId="{AC4924E2-C4E8-4138-BB28-795E75566292}" type="pres">
      <dgm:prSet presAssocID="{6A836E52-2382-4001-B170-9E19799AFE0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234384-7EBA-4D6E-AE2B-E4C5F4F387D8}" type="pres">
      <dgm:prSet presAssocID="{6A836E52-2382-4001-B170-9E19799AFE03}" presName="hierFlow" presStyleCnt="0"/>
      <dgm:spPr/>
    </dgm:pt>
    <dgm:pt modelId="{F486CC10-DF09-492C-80A8-16EB56C0F5C5}" type="pres">
      <dgm:prSet presAssocID="{6A836E52-2382-4001-B170-9E19799AFE0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8B5DDFE-AE62-4501-AD35-27002FB7410E}" type="pres">
      <dgm:prSet presAssocID="{1FE049CD-2E5D-4B12-B987-3FF60931A31A}" presName="Name14" presStyleCnt="0"/>
      <dgm:spPr/>
    </dgm:pt>
    <dgm:pt modelId="{940E25D0-8216-44DB-BD4E-51E5E9012437}" type="pres">
      <dgm:prSet presAssocID="{1FE049CD-2E5D-4B12-B987-3FF60931A31A}" presName="level1Shape" presStyleLbl="node0" presStyleIdx="0" presStyleCnt="1" custScaleX="243344" custScaleY="64155">
        <dgm:presLayoutVars>
          <dgm:chPref val="3"/>
        </dgm:presLayoutVars>
      </dgm:prSet>
      <dgm:spPr/>
    </dgm:pt>
    <dgm:pt modelId="{A0BBF32A-8349-4B29-A609-3594A4AAF4D4}" type="pres">
      <dgm:prSet presAssocID="{1FE049CD-2E5D-4B12-B987-3FF60931A31A}" presName="hierChild2" presStyleCnt="0"/>
      <dgm:spPr/>
    </dgm:pt>
    <dgm:pt modelId="{DACAFE77-3EA2-4098-B956-ED3CB05053F1}" type="pres">
      <dgm:prSet presAssocID="{7952DBF6-453F-440D-80EF-94AE5FC4C575}" presName="Name19" presStyleLbl="parChTrans1D2" presStyleIdx="0" presStyleCnt="2"/>
      <dgm:spPr/>
    </dgm:pt>
    <dgm:pt modelId="{9F6A6C50-FF30-467A-937F-753DACA710D4}" type="pres">
      <dgm:prSet presAssocID="{821F090A-241E-4B4A-808A-BF2210D189F1}" presName="Name21" presStyleCnt="0"/>
      <dgm:spPr/>
    </dgm:pt>
    <dgm:pt modelId="{252D3CD4-E826-4C9D-B29A-180B4E92D670}" type="pres">
      <dgm:prSet presAssocID="{821F090A-241E-4B4A-808A-BF2210D189F1}" presName="level2Shape" presStyleLbl="node2" presStyleIdx="0" presStyleCnt="2" custScaleX="194402" custScaleY="52238"/>
      <dgm:spPr/>
    </dgm:pt>
    <dgm:pt modelId="{436C6B1A-6D8E-44F8-A80C-FB742A6B48D8}" type="pres">
      <dgm:prSet presAssocID="{821F090A-241E-4B4A-808A-BF2210D189F1}" presName="hierChild3" presStyleCnt="0"/>
      <dgm:spPr/>
    </dgm:pt>
    <dgm:pt modelId="{E8C45648-84D3-4779-8BDF-3401D7616FE9}" type="pres">
      <dgm:prSet presAssocID="{4473903E-621F-4856-A5A5-A6805791E6B1}" presName="Name19" presStyleLbl="parChTrans1D3" presStyleIdx="0" presStyleCnt="2"/>
      <dgm:spPr/>
    </dgm:pt>
    <dgm:pt modelId="{AC745478-3656-43E7-8A03-2288C7DD749C}" type="pres">
      <dgm:prSet presAssocID="{E91C2D71-4144-49F4-9BBF-FDBBE9886CE3}" presName="Name21" presStyleCnt="0"/>
      <dgm:spPr/>
    </dgm:pt>
    <dgm:pt modelId="{F48D626A-D99F-45C8-B526-424A8AD36E56}" type="pres">
      <dgm:prSet presAssocID="{E91C2D71-4144-49F4-9BBF-FDBBE9886CE3}" presName="level2Shape" presStyleLbl="node3" presStyleIdx="0" presStyleCnt="2" custScaleX="303077" custLinFactNeighborX="-413"/>
      <dgm:spPr/>
    </dgm:pt>
    <dgm:pt modelId="{D9069BDD-DB6A-428C-8008-D1A584AA68D5}" type="pres">
      <dgm:prSet presAssocID="{E91C2D71-4144-49F4-9BBF-FDBBE9886CE3}" presName="hierChild3" presStyleCnt="0"/>
      <dgm:spPr/>
    </dgm:pt>
    <dgm:pt modelId="{417E3EA8-AF27-415A-B0E3-CA1135EA30EA}" type="pres">
      <dgm:prSet presAssocID="{AF283269-01B2-4BC6-9F58-0E5DF2D0AA45}" presName="Name19" presStyleLbl="parChTrans1D2" presStyleIdx="1" presStyleCnt="2"/>
      <dgm:spPr/>
    </dgm:pt>
    <dgm:pt modelId="{6561EF6C-CB11-49B5-AB49-E7ADB6406EFA}" type="pres">
      <dgm:prSet presAssocID="{8D3D0385-7342-4AD9-B6E4-7DCA3414284D}" presName="Name21" presStyleCnt="0"/>
      <dgm:spPr/>
    </dgm:pt>
    <dgm:pt modelId="{EB9969A2-0ACA-4E87-BCBD-4CB98F632473}" type="pres">
      <dgm:prSet presAssocID="{8D3D0385-7342-4AD9-B6E4-7DCA3414284D}" presName="level2Shape" presStyleLbl="node2" presStyleIdx="1" presStyleCnt="2" custScaleX="289057" custScaleY="52238"/>
      <dgm:spPr/>
    </dgm:pt>
    <dgm:pt modelId="{3E6CB3D5-CA14-4C35-AC19-7D0C79995C07}" type="pres">
      <dgm:prSet presAssocID="{8D3D0385-7342-4AD9-B6E4-7DCA3414284D}" presName="hierChild3" presStyleCnt="0"/>
      <dgm:spPr/>
    </dgm:pt>
    <dgm:pt modelId="{0984EC17-52F6-407A-983B-7289A25A992B}" type="pres">
      <dgm:prSet presAssocID="{98B3BC3F-0AB7-4550-8FBE-9F1EE01C09E4}" presName="Name19" presStyleLbl="parChTrans1D3" presStyleIdx="1" presStyleCnt="2"/>
      <dgm:spPr/>
    </dgm:pt>
    <dgm:pt modelId="{E75B353E-DC3F-45D5-B981-F0B4483236F4}" type="pres">
      <dgm:prSet presAssocID="{E1E084A7-3B59-4941-A684-416840814425}" presName="Name21" presStyleCnt="0"/>
      <dgm:spPr/>
    </dgm:pt>
    <dgm:pt modelId="{6E9E3C6B-97A9-4BD6-9DE3-4C1E1FCA3B8D}" type="pres">
      <dgm:prSet presAssocID="{E1E084A7-3B59-4941-A684-416840814425}" presName="level2Shape" presStyleLbl="node3" presStyleIdx="1" presStyleCnt="2" custScaleX="373735"/>
      <dgm:spPr/>
    </dgm:pt>
    <dgm:pt modelId="{FA1ECD3A-7ECE-40EC-BDFB-E43A95D0BB2C}" type="pres">
      <dgm:prSet presAssocID="{E1E084A7-3B59-4941-A684-416840814425}" presName="hierChild3" presStyleCnt="0"/>
      <dgm:spPr/>
    </dgm:pt>
    <dgm:pt modelId="{DCFB4EE7-32E9-4F36-9DCB-ADDFB7648A07}" type="pres">
      <dgm:prSet presAssocID="{6A836E52-2382-4001-B170-9E19799AFE03}" presName="bgShapesFlow" presStyleCnt="0"/>
      <dgm:spPr/>
    </dgm:pt>
  </dgm:ptLst>
  <dgm:cxnLst>
    <dgm:cxn modelId="{24A30101-E48A-4EFE-AB5D-D5D97719CF3D}" srcId="{1FE049CD-2E5D-4B12-B987-3FF60931A31A}" destId="{8D3D0385-7342-4AD9-B6E4-7DCA3414284D}" srcOrd="1" destOrd="0" parTransId="{AF283269-01B2-4BC6-9F58-0E5DF2D0AA45}" sibTransId="{0B394F2F-3576-443E-876D-888EECE7B632}"/>
    <dgm:cxn modelId="{994ADF02-B355-486C-9E84-FD40A56C050B}" type="presOf" srcId="{821F090A-241E-4B4A-808A-BF2210D189F1}" destId="{252D3CD4-E826-4C9D-B29A-180B4E92D670}" srcOrd="0" destOrd="0" presId="urn:microsoft.com/office/officeart/2005/8/layout/hierarchy6"/>
    <dgm:cxn modelId="{FB89A404-64B9-41F4-A9E8-408B3460D8DD}" type="presOf" srcId="{98B3BC3F-0AB7-4550-8FBE-9F1EE01C09E4}" destId="{0984EC17-52F6-407A-983B-7289A25A992B}" srcOrd="0" destOrd="0" presId="urn:microsoft.com/office/officeart/2005/8/layout/hierarchy6"/>
    <dgm:cxn modelId="{D00B581B-FEB3-4A11-AABF-65801DD019AA}" srcId="{8D3D0385-7342-4AD9-B6E4-7DCA3414284D}" destId="{E1E084A7-3B59-4941-A684-416840814425}" srcOrd="0" destOrd="0" parTransId="{98B3BC3F-0AB7-4550-8FBE-9F1EE01C09E4}" sibTransId="{098DDC88-5587-4050-A19C-CE4E3A554B58}"/>
    <dgm:cxn modelId="{E92BB91B-0D54-45DB-A787-3A313AA14D91}" type="presOf" srcId="{7952DBF6-453F-440D-80EF-94AE5FC4C575}" destId="{DACAFE77-3EA2-4098-B956-ED3CB05053F1}" srcOrd="0" destOrd="0" presId="urn:microsoft.com/office/officeart/2005/8/layout/hierarchy6"/>
    <dgm:cxn modelId="{F48BE43B-2A6E-45F3-8926-71F25410D2FA}" srcId="{1FE049CD-2E5D-4B12-B987-3FF60931A31A}" destId="{821F090A-241E-4B4A-808A-BF2210D189F1}" srcOrd="0" destOrd="0" parTransId="{7952DBF6-453F-440D-80EF-94AE5FC4C575}" sibTransId="{4E2E02D2-8A1D-4AF3-B1C8-CC25AD2532E5}"/>
    <dgm:cxn modelId="{989A0068-3349-4C4D-AB73-4CA1CE2F4D30}" type="presOf" srcId="{E1E084A7-3B59-4941-A684-416840814425}" destId="{6E9E3C6B-97A9-4BD6-9DE3-4C1E1FCA3B8D}" srcOrd="0" destOrd="0" presId="urn:microsoft.com/office/officeart/2005/8/layout/hierarchy6"/>
    <dgm:cxn modelId="{167E4078-1B5D-465C-A155-BB679F812C58}" type="presOf" srcId="{4473903E-621F-4856-A5A5-A6805791E6B1}" destId="{E8C45648-84D3-4779-8BDF-3401D7616FE9}" srcOrd="0" destOrd="0" presId="urn:microsoft.com/office/officeart/2005/8/layout/hierarchy6"/>
    <dgm:cxn modelId="{807F589F-2032-48C8-A083-D882B966EDB0}" type="presOf" srcId="{8D3D0385-7342-4AD9-B6E4-7DCA3414284D}" destId="{EB9969A2-0ACA-4E87-BCBD-4CB98F632473}" srcOrd="0" destOrd="0" presId="urn:microsoft.com/office/officeart/2005/8/layout/hierarchy6"/>
    <dgm:cxn modelId="{33D9E1A6-CFEF-42E6-B338-7CFED0D687AA}" type="presOf" srcId="{6A836E52-2382-4001-B170-9E19799AFE03}" destId="{AC4924E2-C4E8-4138-BB28-795E75566292}" srcOrd="0" destOrd="0" presId="urn:microsoft.com/office/officeart/2005/8/layout/hierarchy6"/>
    <dgm:cxn modelId="{1988D0AC-6A59-4544-A96C-1EB2D509320E}" type="presOf" srcId="{1FE049CD-2E5D-4B12-B987-3FF60931A31A}" destId="{940E25D0-8216-44DB-BD4E-51E5E9012437}" srcOrd="0" destOrd="0" presId="urn:microsoft.com/office/officeart/2005/8/layout/hierarchy6"/>
    <dgm:cxn modelId="{41E17AC4-A9EC-4E18-8409-1DEFBAAE0E97}" type="presOf" srcId="{E91C2D71-4144-49F4-9BBF-FDBBE9886CE3}" destId="{F48D626A-D99F-45C8-B526-424A8AD36E56}" srcOrd="0" destOrd="0" presId="urn:microsoft.com/office/officeart/2005/8/layout/hierarchy6"/>
    <dgm:cxn modelId="{A5803AEF-1771-4B42-BAFD-F4A52CCC5178}" srcId="{821F090A-241E-4B4A-808A-BF2210D189F1}" destId="{E91C2D71-4144-49F4-9BBF-FDBBE9886CE3}" srcOrd="0" destOrd="0" parTransId="{4473903E-621F-4856-A5A5-A6805791E6B1}" sibTransId="{247881C1-F5CF-496D-9666-5C3B0DEF761A}"/>
    <dgm:cxn modelId="{E16ED5F4-AEE7-4B4D-B4DA-D973DD263257}" srcId="{6A836E52-2382-4001-B170-9E19799AFE03}" destId="{1FE049CD-2E5D-4B12-B987-3FF60931A31A}" srcOrd="0" destOrd="0" parTransId="{736EE544-12CB-46DE-9A4F-002A963B84AA}" sibTransId="{C65279BC-4730-41F2-8E91-1B6245B50FA0}"/>
    <dgm:cxn modelId="{FFF557FF-7FA7-413E-BF2D-DAB14136C402}" type="presOf" srcId="{AF283269-01B2-4BC6-9F58-0E5DF2D0AA45}" destId="{417E3EA8-AF27-415A-B0E3-CA1135EA30EA}" srcOrd="0" destOrd="0" presId="urn:microsoft.com/office/officeart/2005/8/layout/hierarchy6"/>
    <dgm:cxn modelId="{12CE6A4C-6FA5-4308-BBAA-70175F2B3C31}" type="presParOf" srcId="{AC4924E2-C4E8-4138-BB28-795E75566292}" destId="{20234384-7EBA-4D6E-AE2B-E4C5F4F387D8}" srcOrd="0" destOrd="0" presId="urn:microsoft.com/office/officeart/2005/8/layout/hierarchy6"/>
    <dgm:cxn modelId="{E8AAE94A-447F-48ED-9694-CFB11BA39115}" type="presParOf" srcId="{20234384-7EBA-4D6E-AE2B-E4C5F4F387D8}" destId="{F486CC10-DF09-492C-80A8-16EB56C0F5C5}" srcOrd="0" destOrd="0" presId="urn:microsoft.com/office/officeart/2005/8/layout/hierarchy6"/>
    <dgm:cxn modelId="{AFB176D2-5E12-42CE-B54D-A1AA37108543}" type="presParOf" srcId="{F486CC10-DF09-492C-80A8-16EB56C0F5C5}" destId="{38B5DDFE-AE62-4501-AD35-27002FB7410E}" srcOrd="0" destOrd="0" presId="urn:microsoft.com/office/officeart/2005/8/layout/hierarchy6"/>
    <dgm:cxn modelId="{5CB00608-9BB3-46BB-AE94-61943FD26AA4}" type="presParOf" srcId="{38B5DDFE-AE62-4501-AD35-27002FB7410E}" destId="{940E25D0-8216-44DB-BD4E-51E5E9012437}" srcOrd="0" destOrd="0" presId="urn:microsoft.com/office/officeart/2005/8/layout/hierarchy6"/>
    <dgm:cxn modelId="{B0334704-1C70-4CD8-B4B6-02E6E715988B}" type="presParOf" srcId="{38B5DDFE-AE62-4501-AD35-27002FB7410E}" destId="{A0BBF32A-8349-4B29-A609-3594A4AAF4D4}" srcOrd="1" destOrd="0" presId="urn:microsoft.com/office/officeart/2005/8/layout/hierarchy6"/>
    <dgm:cxn modelId="{C82F8681-8671-46CE-9FE5-E8E5126C4308}" type="presParOf" srcId="{A0BBF32A-8349-4B29-A609-3594A4AAF4D4}" destId="{DACAFE77-3EA2-4098-B956-ED3CB05053F1}" srcOrd="0" destOrd="0" presId="urn:microsoft.com/office/officeart/2005/8/layout/hierarchy6"/>
    <dgm:cxn modelId="{5B7D211C-753A-4462-BED7-A3B3D8BECD72}" type="presParOf" srcId="{A0BBF32A-8349-4B29-A609-3594A4AAF4D4}" destId="{9F6A6C50-FF30-467A-937F-753DACA710D4}" srcOrd="1" destOrd="0" presId="urn:microsoft.com/office/officeart/2005/8/layout/hierarchy6"/>
    <dgm:cxn modelId="{3EB598D1-5EEF-4A87-B3BD-A09E9ACECAB4}" type="presParOf" srcId="{9F6A6C50-FF30-467A-937F-753DACA710D4}" destId="{252D3CD4-E826-4C9D-B29A-180B4E92D670}" srcOrd="0" destOrd="0" presId="urn:microsoft.com/office/officeart/2005/8/layout/hierarchy6"/>
    <dgm:cxn modelId="{BA3021A6-1657-4BBC-8E3C-0625AA2BA3F8}" type="presParOf" srcId="{9F6A6C50-FF30-467A-937F-753DACA710D4}" destId="{436C6B1A-6D8E-44F8-A80C-FB742A6B48D8}" srcOrd="1" destOrd="0" presId="urn:microsoft.com/office/officeart/2005/8/layout/hierarchy6"/>
    <dgm:cxn modelId="{227583AC-92E7-40F5-A4EC-897D758E6FB1}" type="presParOf" srcId="{436C6B1A-6D8E-44F8-A80C-FB742A6B48D8}" destId="{E8C45648-84D3-4779-8BDF-3401D7616FE9}" srcOrd="0" destOrd="0" presId="urn:microsoft.com/office/officeart/2005/8/layout/hierarchy6"/>
    <dgm:cxn modelId="{63484E62-1CAD-4B42-A033-A34AE1753BB8}" type="presParOf" srcId="{436C6B1A-6D8E-44F8-A80C-FB742A6B48D8}" destId="{AC745478-3656-43E7-8A03-2288C7DD749C}" srcOrd="1" destOrd="0" presId="urn:microsoft.com/office/officeart/2005/8/layout/hierarchy6"/>
    <dgm:cxn modelId="{F636925A-52FD-4647-AA62-CE0877951B90}" type="presParOf" srcId="{AC745478-3656-43E7-8A03-2288C7DD749C}" destId="{F48D626A-D99F-45C8-B526-424A8AD36E56}" srcOrd="0" destOrd="0" presId="urn:microsoft.com/office/officeart/2005/8/layout/hierarchy6"/>
    <dgm:cxn modelId="{CAF0BFA5-B0BF-4346-908C-AB77BE2CDAB0}" type="presParOf" srcId="{AC745478-3656-43E7-8A03-2288C7DD749C}" destId="{D9069BDD-DB6A-428C-8008-D1A584AA68D5}" srcOrd="1" destOrd="0" presId="urn:microsoft.com/office/officeart/2005/8/layout/hierarchy6"/>
    <dgm:cxn modelId="{520EEFC0-AC0C-4E71-8A10-9A4D17E4610F}" type="presParOf" srcId="{A0BBF32A-8349-4B29-A609-3594A4AAF4D4}" destId="{417E3EA8-AF27-415A-B0E3-CA1135EA30EA}" srcOrd="2" destOrd="0" presId="urn:microsoft.com/office/officeart/2005/8/layout/hierarchy6"/>
    <dgm:cxn modelId="{32B3C1CC-0BF2-40D8-8FC5-026C4D02AE09}" type="presParOf" srcId="{A0BBF32A-8349-4B29-A609-3594A4AAF4D4}" destId="{6561EF6C-CB11-49B5-AB49-E7ADB6406EFA}" srcOrd="3" destOrd="0" presId="urn:microsoft.com/office/officeart/2005/8/layout/hierarchy6"/>
    <dgm:cxn modelId="{6147089F-D21D-4C5A-B75B-FAE19496D68E}" type="presParOf" srcId="{6561EF6C-CB11-49B5-AB49-E7ADB6406EFA}" destId="{EB9969A2-0ACA-4E87-BCBD-4CB98F632473}" srcOrd="0" destOrd="0" presId="urn:microsoft.com/office/officeart/2005/8/layout/hierarchy6"/>
    <dgm:cxn modelId="{DA2B9153-05BA-4A3F-89A6-CD76D0EF841E}" type="presParOf" srcId="{6561EF6C-CB11-49B5-AB49-E7ADB6406EFA}" destId="{3E6CB3D5-CA14-4C35-AC19-7D0C79995C07}" srcOrd="1" destOrd="0" presId="urn:microsoft.com/office/officeart/2005/8/layout/hierarchy6"/>
    <dgm:cxn modelId="{80138EBE-C6F6-4115-A55C-F951D607E9C9}" type="presParOf" srcId="{3E6CB3D5-CA14-4C35-AC19-7D0C79995C07}" destId="{0984EC17-52F6-407A-983B-7289A25A992B}" srcOrd="0" destOrd="0" presId="urn:microsoft.com/office/officeart/2005/8/layout/hierarchy6"/>
    <dgm:cxn modelId="{6E8CA392-6441-4621-A513-2A54C447EAA7}" type="presParOf" srcId="{3E6CB3D5-CA14-4C35-AC19-7D0C79995C07}" destId="{E75B353E-DC3F-45D5-B981-F0B4483236F4}" srcOrd="1" destOrd="0" presId="urn:microsoft.com/office/officeart/2005/8/layout/hierarchy6"/>
    <dgm:cxn modelId="{C4532F30-90C0-48B7-AC5B-64FAAE693377}" type="presParOf" srcId="{E75B353E-DC3F-45D5-B981-F0B4483236F4}" destId="{6E9E3C6B-97A9-4BD6-9DE3-4C1E1FCA3B8D}" srcOrd="0" destOrd="0" presId="urn:microsoft.com/office/officeart/2005/8/layout/hierarchy6"/>
    <dgm:cxn modelId="{9E57C014-D5BF-43D3-933D-D54C965F7DE4}" type="presParOf" srcId="{E75B353E-DC3F-45D5-B981-F0B4483236F4}" destId="{FA1ECD3A-7ECE-40EC-BDFB-E43A95D0BB2C}" srcOrd="1" destOrd="0" presId="urn:microsoft.com/office/officeart/2005/8/layout/hierarchy6"/>
    <dgm:cxn modelId="{CD8B37B2-89D7-453D-9627-355753F7C007}" type="presParOf" srcId="{AC4924E2-C4E8-4138-BB28-795E75566292}" destId="{DCFB4EE7-32E9-4F36-9DCB-ADDFB7648A07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E25D0-8216-44DB-BD4E-51E5E9012437}">
      <dsp:nvSpPr>
        <dsp:cNvPr id="0" name=""/>
        <dsp:cNvSpPr/>
      </dsp:nvSpPr>
      <dsp:spPr>
        <a:xfrm>
          <a:off x="3666574" y="609539"/>
          <a:ext cx="3748264" cy="658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2800" kern="1200" dirty="0"/>
            <a:t>Vektoru saskaitīšana</a:t>
          </a:r>
        </a:p>
      </dsp:txBody>
      <dsp:txXfrm>
        <a:off x="3685869" y="628834"/>
        <a:ext cx="3709674" cy="620202"/>
      </dsp:txXfrm>
    </dsp:sp>
    <dsp:sp modelId="{DACAFE77-3EA2-4098-B956-ED3CB05053F1}">
      <dsp:nvSpPr>
        <dsp:cNvPr id="0" name=""/>
        <dsp:cNvSpPr/>
      </dsp:nvSpPr>
      <dsp:spPr>
        <a:xfrm>
          <a:off x="2338904" y="1268332"/>
          <a:ext cx="3201803" cy="410750"/>
        </a:xfrm>
        <a:custGeom>
          <a:avLst/>
          <a:gdLst/>
          <a:ahLst/>
          <a:cxnLst/>
          <a:rect l="0" t="0" r="0" b="0"/>
          <a:pathLst>
            <a:path>
              <a:moveTo>
                <a:pt x="3201803" y="0"/>
              </a:moveTo>
              <a:lnTo>
                <a:pt x="3201803" y="205375"/>
              </a:lnTo>
              <a:lnTo>
                <a:pt x="0" y="205375"/>
              </a:lnTo>
              <a:lnTo>
                <a:pt x="0" y="41075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D3CD4-E826-4C9D-B29A-180B4E92D670}">
      <dsp:nvSpPr>
        <dsp:cNvPr id="0" name=""/>
        <dsp:cNvSpPr/>
      </dsp:nvSpPr>
      <dsp:spPr>
        <a:xfrm>
          <a:off x="841702" y="1679083"/>
          <a:ext cx="2994403" cy="5364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2800" kern="1200" dirty="0"/>
            <a:t>Trijstūra likums</a:t>
          </a:r>
        </a:p>
      </dsp:txBody>
      <dsp:txXfrm>
        <a:off x="857413" y="1694794"/>
        <a:ext cx="2962981" cy="504997"/>
      </dsp:txXfrm>
    </dsp:sp>
    <dsp:sp modelId="{E8C45648-84D3-4779-8BDF-3401D7616FE9}">
      <dsp:nvSpPr>
        <dsp:cNvPr id="0" name=""/>
        <dsp:cNvSpPr/>
      </dsp:nvSpPr>
      <dsp:spPr>
        <a:xfrm>
          <a:off x="2288450" y="2215502"/>
          <a:ext cx="91440" cy="410750"/>
        </a:xfrm>
        <a:custGeom>
          <a:avLst/>
          <a:gdLst/>
          <a:ahLst/>
          <a:cxnLst/>
          <a:rect l="0" t="0" r="0" b="0"/>
          <a:pathLst>
            <a:path>
              <a:moveTo>
                <a:pt x="50453" y="0"/>
              </a:moveTo>
              <a:lnTo>
                <a:pt x="50453" y="205375"/>
              </a:lnTo>
              <a:lnTo>
                <a:pt x="45720" y="205375"/>
              </a:lnTo>
              <a:lnTo>
                <a:pt x="45720" y="41075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8D626A-D99F-45C8-B526-424A8AD36E56}">
      <dsp:nvSpPr>
        <dsp:cNvPr id="0" name=""/>
        <dsp:cNvSpPr/>
      </dsp:nvSpPr>
      <dsp:spPr>
        <a:xfrm>
          <a:off x="0" y="2626253"/>
          <a:ext cx="4668341" cy="1026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700" kern="1200" dirty="0"/>
            <a:t>Ja vektorus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lv-LV" sz="1700" i="1" kern="1200" smtClean="0">
                      <a:latin typeface="Cambria Math" panose="02040503050406030204" pitchFamily="18" charset="0"/>
                    </a:rPr>
                  </m:ctrlPr>
                </m:accPr>
                <m:e>
                  <m:r>
                    <a:rPr lang="lv-LV" sz="1700" b="0" i="1" kern="1200" smtClean="0">
                      <a:latin typeface="Cambria Math" panose="02040503050406030204" pitchFamily="18" charset="0"/>
                    </a:rPr>
                    <m:t>𝑎</m:t>
                  </m:r>
                </m:e>
              </m:acc>
              <m:r>
                <a:rPr lang="lv-LV" sz="1700" b="0" i="1" kern="1200" smtClean="0">
                  <a:latin typeface="Cambria Math" panose="02040503050406030204" pitchFamily="18" charset="0"/>
                </a:rPr>
                <m:t> </m:t>
              </m:r>
            </m:oMath>
          </a14:m>
          <a:r>
            <a:rPr lang="lv-LV" sz="1700" kern="1200" dirty="0"/>
            <a:t>un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lv-LV" sz="1700" i="1" kern="1200" smtClean="0">
                      <a:latin typeface="Cambria Math" panose="02040503050406030204" pitchFamily="18" charset="0"/>
                    </a:rPr>
                  </m:ctrlPr>
                </m:accPr>
                <m:e>
                  <m:r>
                    <a:rPr lang="lv-LV" sz="1700" b="0" i="1" kern="1200" smtClean="0">
                      <a:latin typeface="Cambria Math" panose="02040503050406030204" pitchFamily="18" charset="0"/>
                    </a:rPr>
                    <m:t>𝑏</m:t>
                  </m:r>
                </m:e>
              </m:acc>
            </m:oMath>
          </a14:m>
          <a:r>
            <a:rPr lang="lv-LV" sz="1700" kern="1200" dirty="0"/>
            <a:t> </a:t>
          </a:r>
          <a:r>
            <a:rPr lang="lv-LV" sz="1700" b="1" kern="1200" dirty="0">
              <a:solidFill>
                <a:srgbClr val="FF0000"/>
              </a:solidFill>
            </a:rPr>
            <a:t>atliek  secīgi vienu otram galā</a:t>
          </a:r>
          <a:r>
            <a:rPr lang="lv-LV" sz="1700" kern="1200" dirty="0"/>
            <a:t>, tad summas vektors savieno pirmā vektora sākumpunktu ar otrā vektora galapunktu.</a:t>
          </a:r>
        </a:p>
      </dsp:txBody>
      <dsp:txXfrm>
        <a:off x="30076" y="2656329"/>
        <a:ext cx="4608189" cy="966724"/>
      </dsp:txXfrm>
    </dsp:sp>
    <dsp:sp modelId="{417E3EA8-AF27-415A-B0E3-CA1135EA30EA}">
      <dsp:nvSpPr>
        <dsp:cNvPr id="0" name=""/>
        <dsp:cNvSpPr/>
      </dsp:nvSpPr>
      <dsp:spPr>
        <a:xfrm>
          <a:off x="5540707" y="1268332"/>
          <a:ext cx="2472810" cy="4107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375"/>
              </a:lnTo>
              <a:lnTo>
                <a:pt x="2472810" y="205375"/>
              </a:lnTo>
              <a:lnTo>
                <a:pt x="2472810" y="41075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9969A2-0ACA-4E87-BCBD-4CB98F632473}">
      <dsp:nvSpPr>
        <dsp:cNvPr id="0" name=""/>
        <dsp:cNvSpPr/>
      </dsp:nvSpPr>
      <dsp:spPr>
        <a:xfrm>
          <a:off x="5787323" y="1679083"/>
          <a:ext cx="4452389" cy="5364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2800" kern="1200" dirty="0"/>
            <a:t>Paralelogramma likums</a:t>
          </a:r>
        </a:p>
      </dsp:txBody>
      <dsp:txXfrm>
        <a:off x="5803034" y="1694794"/>
        <a:ext cx="4420967" cy="504997"/>
      </dsp:txXfrm>
    </dsp:sp>
    <dsp:sp modelId="{0984EC17-52F6-407A-983B-7289A25A992B}">
      <dsp:nvSpPr>
        <dsp:cNvPr id="0" name=""/>
        <dsp:cNvSpPr/>
      </dsp:nvSpPr>
      <dsp:spPr>
        <a:xfrm>
          <a:off x="7967797" y="2215502"/>
          <a:ext cx="91440" cy="4107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075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9E3C6B-97A9-4BD6-9DE3-4C1E1FCA3B8D}">
      <dsp:nvSpPr>
        <dsp:cNvPr id="0" name=""/>
        <dsp:cNvSpPr/>
      </dsp:nvSpPr>
      <dsp:spPr>
        <a:xfrm>
          <a:off x="5135169" y="2626253"/>
          <a:ext cx="5756697" cy="1026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v-LV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Ja vektorus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</m:ctrlPr>
                </m:accPr>
                <m:e>
                  <m: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𝑎</m:t>
                  </m:r>
                </m:e>
              </m:acc>
            </m:oMath>
          </a14:m>
          <a:r>
            <a:rPr lang="lv-LV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un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</m:ctrlPr>
                </m:accPr>
                <m:e>
                  <m: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𝑏</m:t>
                  </m:r>
                </m:e>
              </m:acc>
            </m:oMath>
          </a14:m>
          <a:r>
            <a:rPr lang="lv-LV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lv-LV" sz="1700" b="1" kern="1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atliek no kopīga sākumpunkta</a:t>
          </a:r>
          <a:r>
            <a:rPr lang="lv-LV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, tad summas vektors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</m:ctrlPr>
                </m:accPr>
                <m:e>
                  <m: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𝑐</m:t>
                  </m:r>
                </m:e>
              </m:acc>
            </m:oMath>
          </a14:m>
          <a:r>
            <a:rPr lang="lv-LV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lv-LV" sz="1700" b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iziet no vektoru kopīga sākumpunkta</a:t>
          </a:r>
          <a:r>
            <a:rPr lang="lv-LV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un ir tāda paralelograma diagonāle, kura malas ir vektori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</m:ctrlPr>
                </m:accPr>
                <m:e>
                  <m: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𝑎</m:t>
                  </m:r>
                </m:e>
              </m:acc>
            </m:oMath>
          </a14:m>
          <a:r>
            <a:rPr lang="lv-LV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un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</m:ctrlPr>
                </m:accPr>
                <m:e>
                  <m:r>
                    <a:rPr lang="lv-LV" sz="17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𝑏</m:t>
                  </m:r>
                </m:e>
              </m:acc>
            </m:oMath>
          </a14:m>
          <a:r>
            <a:rPr lang="lv-LV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.</a:t>
          </a:r>
          <a:endParaRPr lang="lv-LV" sz="1700" kern="1200" dirty="0"/>
        </a:p>
      </dsp:txBody>
      <dsp:txXfrm>
        <a:off x="5165245" y="2656329"/>
        <a:ext cx="5696545" cy="966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D8F-FC28-9612-2C11-C7A68937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1E0CC-2951-5D91-45AD-874B9F39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5D9-F22E-2BE2-5BA2-4AE6B30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F2A1-BD63-8F61-FF8A-65ADE44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C804-2D48-5CA9-FAF1-4984B77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E6B-884E-2CF3-4BDF-E784C5A3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5938-4BB5-3754-B194-193766BC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62-FE4F-B62C-7707-F3620C45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A259-9AB7-9CF9-9C53-56B68B4A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B66D-DA7A-1488-7CB6-36757D9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25E7-DAE5-BE3B-CE5F-FB005DAB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41F4C-1857-9D46-3CB0-5C3A1BBF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225B-31F4-0A33-B8FB-C62A9E6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B337-95CE-E6C1-F2F0-C777D0C2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D0D-522B-CC65-B9ED-F7CAD94F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E481-3E5E-379B-A540-02A6A48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2BA3-B89F-A671-7F7F-1AC2845B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7590-9A45-BB78-781E-DD67AA5B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0BF44-FF8F-BB7C-5D8F-8929492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B70-AB82-8F58-3C06-8319BAD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80AC-0C82-7944-CF24-2BED284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E91A-54F8-093E-ED9A-D1E80B0E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F209-A670-B48B-E826-E47921F3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DB64-53B1-1F9F-9161-46E53661A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F82C-FCC5-86C1-3F5A-A49E479F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7C28D-4CA3-166B-EA35-B27095506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3250-11DE-67E4-64D5-9FFB21C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4130F-E807-7A35-AC14-133BF46B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24577-9A7B-CED8-B1F5-8EF2659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95BF-AE98-666C-2D13-8795476A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99AD2-9E25-772A-C35B-382C1B2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8F8BD-D779-E4D5-060A-043F96E9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D5CF7-D7BF-86C4-6D83-2C45B07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9F82-DD01-002B-065D-74DB492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B18A-C0CA-B5D8-4FBF-E1449B29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3886-CD08-D560-DDA8-C9592D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356D-D7FC-3E9C-C450-F10D128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9D71-0E25-8964-3AEC-3CED1EF7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AAC9-B563-387E-C1DD-A7BEAD50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4573-26CB-A1F1-54B3-2F3F43A0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F4E0-0C48-756F-25EA-EF36393D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7D9AC-A162-3791-F437-2EAECB4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B76-09B3-836E-77D7-4E00E94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2D08-DE89-3B11-676E-EA9EC507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501D6-4D6B-24FE-2DCA-5844CC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D374-2B3D-554F-84F1-44A3F7FD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A32A-973D-1BF3-9230-22D7144D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97F86-03C1-920D-B3B1-5DBE3184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06-83F5-5E00-35B8-740B6AE4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7A3CC-0AC6-2D91-62E9-59327899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A0E7-E5D4-C8E2-F68E-C7D00E2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CB93-7378-A5B4-4C5E-1C2A152D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AD47-AE82-D1F4-6F0A-684CCDC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EAB7-196F-DB06-4FEA-A03C1445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E651-7BD5-B1A0-5EEC-9C4E181B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8C70-6E16-2B5C-263C-F1D93B9A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627-FF36-4C57-4E88-C2A488C1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ECEC9-C3D5-90DA-51E9-9E6B08C4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F6ADE-A042-594E-E2D3-0E997E1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B9FB-7370-3C55-8BE6-E24FCD1C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3786-C496-C253-4AA9-8577B4590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F5766-7426-43F8-8E69-B60CB63E796F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E907-95D6-6717-E5CB-67AB235B9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638D-6A92-BF03-2F2C-5B455BDE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1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1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1901-9BAA-5ACE-2BE5-A617D947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84" y="1551191"/>
            <a:ext cx="11056372" cy="1877809"/>
          </a:xfrm>
        </p:spPr>
        <p:txBody>
          <a:bodyPr>
            <a:noAutofit/>
          </a:bodyPr>
          <a:lstStyle/>
          <a:p>
            <a:r>
              <a:rPr lang="lv-LV" dirty="0">
                <a:ea typeface="Calibri" panose="020F0502020204030204" pitchFamily="34" charset="0"/>
              </a:rPr>
              <a:t>Vektoru saskaitīšana ģeometriskā formā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183E-A001-5FD1-FEE8-DB27FDDF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624" y="4675823"/>
            <a:ext cx="9920749" cy="1118807"/>
          </a:xfrm>
        </p:spPr>
        <p:txBody>
          <a:bodyPr>
            <a:normAutofit/>
          </a:bodyPr>
          <a:lstStyle/>
          <a:p>
            <a:pPr algn="l" fontAlgn="base">
              <a:lnSpc>
                <a:spcPct val="107000"/>
              </a:lnSpc>
              <a:spcAft>
                <a:spcPts val="800"/>
              </a:spcAft>
              <a:tabLst>
                <a:tab pos="495300" algn="l"/>
              </a:tabLst>
            </a:pPr>
            <a:r>
              <a:rPr lang="lv-LV" dirty="0"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lv-LV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askai</a:t>
            </a:r>
            <a:r>
              <a:rPr lang="lv-LV" dirty="0">
                <a:ea typeface="Times New Roman" panose="02020603050405020304" pitchFamily="18" charset="0"/>
                <a:cs typeface="Arial" panose="020B0604020202020204" pitchFamily="34" charset="0"/>
              </a:rPr>
              <a:t>ta </a:t>
            </a:r>
            <a:r>
              <a:rPr lang="lv-LV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vektorus ģeometriskā formā.</a:t>
            </a:r>
            <a:endParaRPr lang="lv-LV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669C-321B-88A3-E051-C26F4F933812}"/>
              </a:ext>
            </a:extLst>
          </p:cNvPr>
          <p:cNvSpPr txBox="1"/>
          <p:nvPr/>
        </p:nvSpPr>
        <p:spPr>
          <a:xfrm>
            <a:off x="8436077" y="103281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11.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A73A-C14C-BC7B-E276-FABA9C26039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</p:spTree>
    <p:extLst>
      <p:ext uri="{BB962C8B-B14F-4D97-AF65-F5344CB8AC3E}">
        <p14:creationId xmlns:p14="http://schemas.microsoft.com/office/powerpoint/2010/main" val="210877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3C3B191-CA56-2AEA-866D-7DD2B25D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Kopējais pārvietojums</a:t>
            </a:r>
          </a:p>
        </p:txBody>
      </p:sp>
      <p:grpSp>
        <p:nvGrpSpPr>
          <p:cNvPr id="18" name="Grupa 17">
            <a:extLst>
              <a:ext uri="{FF2B5EF4-FFF2-40B4-BE49-F238E27FC236}">
                <a16:creationId xmlns:a16="http://schemas.microsoft.com/office/drawing/2014/main" id="{82F4BB3F-6738-B9E1-8C29-DD777E214CB2}"/>
              </a:ext>
            </a:extLst>
          </p:cNvPr>
          <p:cNvGrpSpPr/>
          <p:nvPr/>
        </p:nvGrpSpPr>
        <p:grpSpPr>
          <a:xfrm>
            <a:off x="4995820" y="2432871"/>
            <a:ext cx="4567617" cy="2246133"/>
            <a:chOff x="1260067" y="8790"/>
            <a:chExt cx="1637649" cy="709107"/>
          </a:xfrm>
        </p:grpSpPr>
        <p:sp>
          <p:nvSpPr>
            <p:cNvPr id="19" name="Tekstlodziņš 2">
              <a:extLst>
                <a:ext uri="{FF2B5EF4-FFF2-40B4-BE49-F238E27FC236}">
                  <a16:creationId xmlns:a16="http://schemas.microsoft.com/office/drawing/2014/main" id="{8F204971-08DB-A935-64CB-2AE48E05B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8056" y="214975"/>
              <a:ext cx="1089660" cy="251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ysClr val="window" lastClr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lv-LV" sz="2800" b="1" dirty="0">
                  <a:solidFill>
                    <a:schemeClr val="accent1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2. pārvietojums</a:t>
              </a:r>
              <a:endParaRPr lang="lv-LV" sz="2800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Taisns bultveida savienotājs 20">
              <a:extLst>
                <a:ext uri="{FF2B5EF4-FFF2-40B4-BE49-F238E27FC236}">
                  <a16:creationId xmlns:a16="http://schemas.microsoft.com/office/drawing/2014/main" id="{2B092F83-96BA-F1E8-1F19-D9BAD12E890C}"/>
                </a:ext>
              </a:extLst>
            </p:cNvPr>
            <p:cNvCxnSpPr>
              <a:cxnSpLocks/>
            </p:cNvCxnSpPr>
            <p:nvPr/>
          </p:nvCxnSpPr>
          <p:spPr>
            <a:xfrm>
              <a:off x="1260067" y="8790"/>
              <a:ext cx="1095979" cy="709107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Taisns bultveida savienotājs 29">
            <a:extLst>
              <a:ext uri="{FF2B5EF4-FFF2-40B4-BE49-F238E27FC236}">
                <a16:creationId xmlns:a16="http://schemas.microsoft.com/office/drawing/2014/main" id="{BBD3DDCB-A45F-9E3A-C2B2-EE1C1401C5C5}"/>
              </a:ext>
            </a:extLst>
          </p:cNvPr>
          <p:cNvCxnSpPr>
            <a:cxnSpLocks/>
          </p:cNvCxnSpPr>
          <p:nvPr/>
        </p:nvCxnSpPr>
        <p:spPr>
          <a:xfrm flipV="1">
            <a:off x="3322510" y="4667185"/>
            <a:ext cx="4721324" cy="807396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lodziņš 2">
            <a:extLst>
              <a:ext uri="{FF2B5EF4-FFF2-40B4-BE49-F238E27FC236}">
                <a16:creationId xmlns:a16="http://schemas.microsoft.com/office/drawing/2014/main" id="{9E447A8E-1ECF-45CE-E1D3-FCE4A2B00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830" y="5259077"/>
            <a:ext cx="2989620" cy="454647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Pārvietojuma sākumpunkts</a:t>
            </a:r>
            <a:endParaRPr lang="lv-LV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kstlodziņš 2">
            <a:extLst>
              <a:ext uri="{FF2B5EF4-FFF2-40B4-BE49-F238E27FC236}">
                <a16:creationId xmlns:a16="http://schemas.microsoft.com/office/drawing/2014/main" id="{4136700F-8CD9-54CA-3C92-6B38EBEB1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421" y="4371652"/>
            <a:ext cx="3590340" cy="454647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Pārvietojuma </a:t>
            </a:r>
            <a:r>
              <a:rPr lang="lv-LV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gala</a:t>
            </a:r>
            <a:r>
              <a:rPr lang="lv-LV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punkts</a:t>
            </a:r>
            <a:endParaRPr lang="lv-LV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kstlodziņš 2">
            <a:extLst>
              <a:ext uri="{FF2B5EF4-FFF2-40B4-BE49-F238E27FC236}">
                <a16:creationId xmlns:a16="http://schemas.microsoft.com/office/drawing/2014/main" id="{068E34F4-762F-8D56-5F52-B526EBB2D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353" y="5253514"/>
            <a:ext cx="4705754" cy="796513"/>
          </a:xfrm>
          <a:prstGeom prst="rect">
            <a:avLst/>
          </a:prstGeom>
          <a:solidFill>
            <a:srgbClr val="FFFFFF"/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2800" b="1" dirty="0">
                <a:solidFill>
                  <a:srgbClr val="FFC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Kopējais p</a:t>
            </a:r>
            <a:r>
              <a:rPr lang="lv-LV" sz="2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ārvietojums</a:t>
            </a:r>
            <a:endParaRPr lang="lv-LV" sz="2800" b="1" dirty="0">
              <a:solidFill>
                <a:srgbClr val="FFC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kstlodziņš 2">
            <a:extLst>
              <a:ext uri="{FF2B5EF4-FFF2-40B4-BE49-F238E27FC236}">
                <a16:creationId xmlns:a16="http://schemas.microsoft.com/office/drawing/2014/main" id="{AFEEA3D3-B471-DFAD-DCFE-0D93D892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0" y="3361220"/>
            <a:ext cx="3039204" cy="796513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28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1. pārvietojums</a:t>
            </a:r>
            <a:endParaRPr lang="lv-LV" sz="2800" b="1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Taisns bultveida savienotājs 36">
            <a:extLst>
              <a:ext uri="{FF2B5EF4-FFF2-40B4-BE49-F238E27FC236}">
                <a16:creationId xmlns:a16="http://schemas.microsoft.com/office/drawing/2014/main" id="{440DB127-5318-DB56-73F8-D76359D59E9E}"/>
              </a:ext>
            </a:extLst>
          </p:cNvPr>
          <p:cNvCxnSpPr>
            <a:cxnSpLocks/>
          </p:cNvCxnSpPr>
          <p:nvPr/>
        </p:nvCxnSpPr>
        <p:spPr>
          <a:xfrm flipV="1">
            <a:off x="3351694" y="2405028"/>
            <a:ext cx="1642078" cy="30813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23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3614DE1-A627-C567-6C3B-0B2C4D2C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Vektoru summa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54796F7-1714-E977-8200-337FAE96D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383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lv-LV" sz="24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Divu vektoru summa ir vektors.</a:t>
            </a:r>
            <a:endParaRPr lang="lv-LV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Taisns bultveida savienotājs 5">
            <a:extLst>
              <a:ext uri="{FF2B5EF4-FFF2-40B4-BE49-F238E27FC236}">
                <a16:creationId xmlns:a16="http://schemas.microsoft.com/office/drawing/2014/main" id="{A9A1DA56-3D9F-1B73-166B-5A0A02A87475}"/>
              </a:ext>
            </a:extLst>
          </p:cNvPr>
          <p:cNvCxnSpPr>
            <a:cxnSpLocks/>
          </p:cNvCxnSpPr>
          <p:nvPr/>
        </p:nvCxnSpPr>
        <p:spPr>
          <a:xfrm>
            <a:off x="6708801" y="1601955"/>
            <a:ext cx="3056829" cy="22461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aisns bultveida savienotājs 6">
            <a:extLst>
              <a:ext uri="{FF2B5EF4-FFF2-40B4-BE49-F238E27FC236}">
                <a16:creationId xmlns:a16="http://schemas.microsoft.com/office/drawing/2014/main" id="{8ADBCB78-299C-AAE4-718B-4DAD5E1C8E45}"/>
              </a:ext>
            </a:extLst>
          </p:cNvPr>
          <p:cNvCxnSpPr>
            <a:cxnSpLocks/>
          </p:cNvCxnSpPr>
          <p:nvPr/>
        </p:nvCxnSpPr>
        <p:spPr>
          <a:xfrm flipV="1">
            <a:off x="5044306" y="3864112"/>
            <a:ext cx="4721324" cy="807396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aisns bultveida savienotājs 7">
            <a:extLst>
              <a:ext uri="{FF2B5EF4-FFF2-40B4-BE49-F238E27FC236}">
                <a16:creationId xmlns:a16="http://schemas.microsoft.com/office/drawing/2014/main" id="{6ED01E4C-9801-6935-A123-C7C15089353B}"/>
              </a:ext>
            </a:extLst>
          </p:cNvPr>
          <p:cNvCxnSpPr>
            <a:cxnSpLocks/>
          </p:cNvCxnSpPr>
          <p:nvPr/>
        </p:nvCxnSpPr>
        <p:spPr>
          <a:xfrm flipV="1">
            <a:off x="5073490" y="1601955"/>
            <a:ext cx="1642078" cy="30813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AA10F4B-B7FF-2A6E-A744-C632E638AEEE}"/>
              </a:ext>
            </a:extLst>
          </p:cNvPr>
          <p:cNvSpPr txBox="1"/>
          <p:nvPr/>
        </p:nvSpPr>
        <p:spPr>
          <a:xfrm>
            <a:off x="838199" y="5453321"/>
            <a:ext cx="10515600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lv-LV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Vektorus var saskaitīt izmantojot gan trijstūra likumu, gan paralelograma likumu.</a:t>
            </a:r>
            <a:endParaRPr lang="lv-LV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B5C403-4E30-BFA4-317A-B64845610945}"/>
                  </a:ext>
                </a:extLst>
              </p:cNvPr>
              <p:cNvSpPr txBox="1"/>
              <p:nvPr/>
            </p:nvSpPr>
            <p:spPr>
              <a:xfrm>
                <a:off x="5408064" y="2507033"/>
                <a:ext cx="48308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B5C403-4E30-BFA4-317A-B64845610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064" y="2507033"/>
                <a:ext cx="483081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C017FA-F0F4-D6B8-CEA7-C65BB8BAC36A}"/>
                  </a:ext>
                </a:extLst>
              </p:cNvPr>
              <p:cNvSpPr txBox="1"/>
              <p:nvPr/>
            </p:nvSpPr>
            <p:spPr>
              <a:xfrm>
                <a:off x="8237215" y="1881086"/>
                <a:ext cx="470385" cy="84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C017FA-F0F4-D6B8-CEA7-C65BB8BAC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215" y="1881086"/>
                <a:ext cx="470385" cy="847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D04887-23EF-619E-B39E-295C0561226F}"/>
                  </a:ext>
                </a:extLst>
              </p:cNvPr>
              <p:cNvSpPr txBox="1"/>
              <p:nvPr/>
            </p:nvSpPr>
            <p:spPr>
              <a:xfrm rot="20954067">
                <a:off x="6369632" y="4259396"/>
                <a:ext cx="2667397" cy="84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lv-LV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lv-LV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lv-LV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D04887-23EF-619E-B39E-295C05612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54067">
                <a:off x="6369632" y="4259396"/>
                <a:ext cx="2667397" cy="847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29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kstlodziņš 2">
            <a:extLst>
              <a:ext uri="{FF2B5EF4-FFF2-40B4-BE49-F238E27FC236}">
                <a16:creationId xmlns:a16="http://schemas.microsoft.com/office/drawing/2014/main" id="{D43BF699-6E6E-A659-200B-A4A2A6476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996" y="5701491"/>
            <a:ext cx="1803193" cy="830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lv-LV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irmā vektora</a:t>
            </a:r>
            <a:r>
              <a:rPr lang="lv-LV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sākumpunkts</a:t>
            </a:r>
            <a:endParaRPr lang="lv-LV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CDA9FDAC-C1CF-7A61-C8F1-A4A299DF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669"/>
            <a:ext cx="10515600" cy="1325563"/>
          </a:xfrm>
        </p:spPr>
        <p:txBody>
          <a:bodyPr>
            <a:normAutofit/>
          </a:bodyPr>
          <a:lstStyle/>
          <a:p>
            <a:r>
              <a:rPr lang="lv-LV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Vektoru saskaitīšanas trijstūra likums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atura vietturis 2">
                <a:extLst>
                  <a:ext uri="{FF2B5EF4-FFF2-40B4-BE49-F238E27FC236}">
                    <a16:creationId xmlns:a16="http://schemas.microsoft.com/office/drawing/2014/main" id="{E41986E9-331E-0309-D3AE-529BF720D5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300"/>
                  </a:spcBef>
                  <a:spcAft>
                    <a:spcPts val="800"/>
                  </a:spcAft>
                  <a:buNone/>
                </a:pPr>
                <a:r>
                  <a:rPr lang="lv-LV" sz="2400" dirty="0">
                    <a:effectLst/>
                    <a:ea typeface="Times New Roman" panose="02020603050405020304" pitchFamily="18" charset="0"/>
                    <a:cs typeface="Arial" panose="020B0604020202020204" pitchFamily="34" charset="0"/>
                  </a:rPr>
                  <a:t>Ja vektori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lv-LV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lv-LV" sz="2400" dirty="0">
                    <a:effectLst/>
                    <a:ea typeface="Times New Roman" panose="02020603050405020304" pitchFamily="18" charset="0"/>
                    <a:cs typeface="Arial" panose="020B0604020202020204" pitchFamily="34" charset="0"/>
                  </a:rPr>
                  <a:t> un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lv-LV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e>
                    </m:acc>
                    <m:r>
                      <a:rPr lang="lv-LV" sz="24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lv-LV" sz="2400" b="1" dirty="0">
                    <a:effectLst/>
                    <a:ea typeface="Times New Roman" panose="02020603050405020304" pitchFamily="18" charset="0"/>
                    <a:cs typeface="Arial" panose="020B0604020202020204" pitchFamily="34" charset="0"/>
                  </a:rPr>
                  <a:t>secīgi viens otram galā</a:t>
                </a:r>
                <a:r>
                  <a:rPr lang="lv-LV" sz="2400" dirty="0">
                    <a:effectLst/>
                    <a:ea typeface="Times New Roman" panose="02020603050405020304" pitchFamily="18" charset="0"/>
                    <a:cs typeface="Arial" panose="020B0604020202020204" pitchFamily="34" charset="0"/>
                  </a:rPr>
                  <a:t>, tad summas vektors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lv-LV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lv-LV" sz="2400" dirty="0">
                    <a:effectLst/>
                    <a:ea typeface="Times New Roman" panose="02020603050405020304" pitchFamily="18" charset="0"/>
                    <a:cs typeface="Arial" panose="020B0604020202020204" pitchFamily="34" charset="0"/>
                  </a:rPr>
                  <a:t> savieno pirmā</a:t>
                </a:r>
                <a:r>
                  <a:rPr lang="lv-LV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lv-LV" sz="2400" kern="0" dirty="0">
                    <a:effectLst/>
                    <a:ea typeface="Times New Roman" panose="02020603050405020304" pitchFamily="18" charset="0"/>
                  </a:rPr>
                  <a:t>vektora sākumpunktu ar otrā vektora galapunktu.</a:t>
                </a:r>
                <a:endParaRPr lang="lv-LV" sz="3600" dirty="0"/>
              </a:p>
            </p:txBody>
          </p:sp>
        </mc:Choice>
        <mc:Fallback xmlns="">
          <p:sp>
            <p:nvSpPr>
              <p:cNvPr id="3" name="Satura vietturis 2">
                <a:extLst>
                  <a:ext uri="{FF2B5EF4-FFF2-40B4-BE49-F238E27FC236}">
                    <a16:creationId xmlns:a16="http://schemas.microsoft.com/office/drawing/2014/main" id="{E41986E9-331E-0309-D3AE-529BF720D5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Taisns bultveida savienotājs 7">
            <a:extLst>
              <a:ext uri="{FF2B5EF4-FFF2-40B4-BE49-F238E27FC236}">
                <a16:creationId xmlns:a16="http://schemas.microsoft.com/office/drawing/2014/main" id="{6C43A888-3442-DDBC-D597-7556D47A91DF}"/>
              </a:ext>
            </a:extLst>
          </p:cNvPr>
          <p:cNvCxnSpPr>
            <a:cxnSpLocks/>
          </p:cNvCxnSpPr>
          <p:nvPr/>
        </p:nvCxnSpPr>
        <p:spPr>
          <a:xfrm>
            <a:off x="4395609" y="3773273"/>
            <a:ext cx="3913804" cy="35496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aisns bultveida savienotājs 8">
            <a:extLst>
              <a:ext uri="{FF2B5EF4-FFF2-40B4-BE49-F238E27FC236}">
                <a16:creationId xmlns:a16="http://schemas.microsoft.com/office/drawing/2014/main" id="{2686791E-8A33-92B2-8820-B2FB3542326B}"/>
              </a:ext>
            </a:extLst>
          </p:cNvPr>
          <p:cNvCxnSpPr>
            <a:cxnSpLocks/>
          </p:cNvCxnSpPr>
          <p:nvPr/>
        </p:nvCxnSpPr>
        <p:spPr>
          <a:xfrm flipV="1">
            <a:off x="3088105" y="4128239"/>
            <a:ext cx="5221308" cy="186482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aisns bultveida savienotājs 9">
            <a:extLst>
              <a:ext uri="{FF2B5EF4-FFF2-40B4-BE49-F238E27FC236}">
                <a16:creationId xmlns:a16="http://schemas.microsoft.com/office/drawing/2014/main" id="{78BEF3B0-33BA-7AC3-F14B-1B3720ECA249}"/>
              </a:ext>
            </a:extLst>
          </p:cNvPr>
          <p:cNvCxnSpPr>
            <a:cxnSpLocks/>
          </p:cNvCxnSpPr>
          <p:nvPr/>
        </p:nvCxnSpPr>
        <p:spPr>
          <a:xfrm flipV="1">
            <a:off x="3088105" y="3736270"/>
            <a:ext cx="1307504" cy="22567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6E3B50-59A4-61AF-94C3-51EE86A11E40}"/>
                  </a:ext>
                </a:extLst>
              </p:cNvPr>
              <p:cNvSpPr txBox="1"/>
              <p:nvPr/>
            </p:nvSpPr>
            <p:spPr>
              <a:xfrm>
                <a:off x="3088105" y="4641348"/>
                <a:ext cx="48308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6E3B50-59A4-61AF-94C3-51EE86A11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105" y="4641348"/>
                <a:ext cx="483081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693F8C-EB7B-2A64-BF45-8C13E264DD3F}"/>
                  </a:ext>
                </a:extLst>
              </p:cNvPr>
              <p:cNvSpPr txBox="1"/>
              <p:nvPr/>
            </p:nvSpPr>
            <p:spPr>
              <a:xfrm>
                <a:off x="5917730" y="3092235"/>
                <a:ext cx="470385" cy="84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693F8C-EB7B-2A64-BF45-8C13E264D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730" y="3092235"/>
                <a:ext cx="470385" cy="847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9DBB9C-B6EB-4E2B-9F30-4C87EF55DE7A}"/>
                  </a:ext>
                </a:extLst>
              </p:cNvPr>
              <p:cNvSpPr txBox="1"/>
              <p:nvPr/>
            </p:nvSpPr>
            <p:spPr>
              <a:xfrm rot="20421949">
                <a:off x="4584032" y="5060003"/>
                <a:ext cx="2667397" cy="84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lv-LV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lv-LV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lv-LV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9DBB9C-B6EB-4E2B-9F30-4C87EF55D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21949">
                <a:off x="4584032" y="5060003"/>
                <a:ext cx="2667397" cy="8478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kstlodziņš 2">
            <a:extLst>
              <a:ext uri="{FF2B5EF4-FFF2-40B4-BE49-F238E27FC236}">
                <a16:creationId xmlns:a16="http://schemas.microsoft.com/office/drawing/2014/main" id="{4651F808-98EA-6EDF-EEE0-6279781A9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1813" y="3773273"/>
            <a:ext cx="1803193" cy="830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Otrā vektora</a:t>
            </a:r>
            <a:r>
              <a:rPr lang="lv-LV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lv-LV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gala</a:t>
            </a:r>
            <a:r>
              <a:rPr lang="lv-LV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punkts</a:t>
            </a:r>
            <a:endParaRPr lang="lv-LV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4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3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6380-164E-4BDA-D18F-61DFE09A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02AF1D6-77DC-9515-F58E-2046D2AB1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669"/>
            <a:ext cx="10515600" cy="1325563"/>
          </a:xfrm>
        </p:spPr>
        <p:txBody>
          <a:bodyPr>
            <a:normAutofit/>
          </a:bodyPr>
          <a:lstStyle/>
          <a:p>
            <a:r>
              <a:rPr lang="lv-LV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Vektoru saskaitīšanas </a:t>
            </a:r>
            <a:r>
              <a:rPr lang="lv-LV" kern="0" dirty="0">
                <a:ea typeface="Times New Roman" panose="02020603050405020304" pitchFamily="18" charset="0"/>
              </a:rPr>
              <a:t>paralelogramma</a:t>
            </a:r>
            <a:r>
              <a:rPr lang="lv-LV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likums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atura vietturis 2">
                <a:extLst>
                  <a:ext uri="{FF2B5EF4-FFF2-40B4-BE49-F238E27FC236}">
                    <a16:creationId xmlns:a16="http://schemas.microsoft.com/office/drawing/2014/main" id="{B8E46101-7B13-DED0-C5CA-42B4AA71DB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spcBef>
                    <a:spcPts val="300"/>
                  </a:spcBef>
                  <a:spcAft>
                    <a:spcPts val="800"/>
                  </a:spcAft>
                  <a:buNone/>
                </a:pPr>
                <a:r>
                  <a:rPr lang="lv-LV" sz="2400" dirty="0"/>
                  <a:t>Ja vektoriem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lv-LV" sz="2400" dirty="0"/>
                  <a:t> un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lv-LV" sz="2400" dirty="0"/>
                  <a:t>  ir kopīgs sākumpunkts, tad summas vektors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lv-LV" sz="2400" dirty="0"/>
                  <a:t> </a:t>
                </a:r>
                <a:r>
                  <a:rPr lang="lv-LV" sz="2400" b="1" dirty="0"/>
                  <a:t>iziet no vektoru kopīgā sākumpunkta</a:t>
                </a:r>
                <a:r>
                  <a:rPr lang="lv-LV" sz="2400" dirty="0"/>
                  <a:t> un ir tāda paralelograma diagonāle, kura malas ir vektori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lv-LV" sz="2400" dirty="0"/>
                  <a:t> un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lv-LV" sz="2400" dirty="0"/>
                  <a:t>.</a:t>
                </a:r>
                <a:endParaRPr lang="lv-LV" sz="3200" dirty="0"/>
              </a:p>
            </p:txBody>
          </p:sp>
        </mc:Choice>
        <mc:Fallback xmlns="">
          <p:sp>
            <p:nvSpPr>
              <p:cNvPr id="3" name="Satura vietturis 2">
                <a:extLst>
                  <a:ext uri="{FF2B5EF4-FFF2-40B4-BE49-F238E27FC236}">
                    <a16:creationId xmlns:a16="http://schemas.microsoft.com/office/drawing/2014/main" id="{B8E46101-7B13-DED0-C5CA-42B4AA71D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371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kstlodziņš 2">
            <a:extLst>
              <a:ext uri="{FF2B5EF4-FFF2-40B4-BE49-F238E27FC236}">
                <a16:creationId xmlns:a16="http://schemas.microsoft.com/office/drawing/2014/main" id="{07BFEBA4-E480-F66F-4533-C0A4AD4CD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651" y="5346525"/>
            <a:ext cx="2435989" cy="830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Vektoru kopīgais sākumpunkts</a:t>
            </a:r>
            <a:endParaRPr lang="lv-LV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Taisns bultveida savienotājs 4">
            <a:extLst>
              <a:ext uri="{FF2B5EF4-FFF2-40B4-BE49-F238E27FC236}">
                <a16:creationId xmlns:a16="http://schemas.microsoft.com/office/drawing/2014/main" id="{729FAF55-6911-B96E-9D65-126CAEC8BD80}"/>
              </a:ext>
            </a:extLst>
          </p:cNvPr>
          <p:cNvCxnSpPr>
            <a:cxnSpLocks/>
          </p:cNvCxnSpPr>
          <p:nvPr/>
        </p:nvCxnSpPr>
        <p:spPr>
          <a:xfrm>
            <a:off x="2989149" y="5658361"/>
            <a:ext cx="3913804" cy="35496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aisns bultveida savienotājs 6">
            <a:extLst>
              <a:ext uri="{FF2B5EF4-FFF2-40B4-BE49-F238E27FC236}">
                <a16:creationId xmlns:a16="http://schemas.microsoft.com/office/drawing/2014/main" id="{653A20CD-E95A-7600-97C3-0D7A3B335F19}"/>
              </a:ext>
            </a:extLst>
          </p:cNvPr>
          <p:cNvCxnSpPr>
            <a:cxnSpLocks/>
          </p:cNvCxnSpPr>
          <p:nvPr/>
        </p:nvCxnSpPr>
        <p:spPr>
          <a:xfrm flipV="1">
            <a:off x="3000556" y="3381304"/>
            <a:ext cx="1307504" cy="22567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D745C1-8E29-2827-AD02-B048E7D59267}"/>
                  </a:ext>
                </a:extLst>
              </p:cNvPr>
              <p:cNvSpPr txBox="1"/>
              <p:nvPr/>
            </p:nvSpPr>
            <p:spPr>
              <a:xfrm>
                <a:off x="3000556" y="4286382"/>
                <a:ext cx="48308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D745C1-8E29-2827-AD02-B048E7D59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556" y="4286382"/>
                <a:ext cx="483081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6E127E-EF43-0696-462F-710CFDB874C5}"/>
                  </a:ext>
                </a:extLst>
              </p:cNvPr>
              <p:cNvSpPr txBox="1"/>
              <p:nvPr/>
            </p:nvSpPr>
            <p:spPr>
              <a:xfrm>
                <a:off x="4072867" y="5829687"/>
                <a:ext cx="470385" cy="84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6E127E-EF43-0696-462F-710CFDB87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867" y="5829687"/>
                <a:ext cx="470385" cy="847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8AD599-065D-39F7-0A09-32DC23BEFEFC}"/>
                  </a:ext>
                </a:extLst>
              </p:cNvPr>
              <p:cNvSpPr txBox="1"/>
              <p:nvPr/>
            </p:nvSpPr>
            <p:spPr>
              <a:xfrm rot="20421949">
                <a:off x="3715906" y="4098995"/>
                <a:ext cx="2667397" cy="84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lv-LV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lv-LV" sz="4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lv-LV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lv-LV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8AD599-065D-39F7-0A09-32DC23BEF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21949">
                <a:off x="3715906" y="4098995"/>
                <a:ext cx="2667397" cy="8478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Taisns bultveida savienotājs 11">
            <a:extLst>
              <a:ext uri="{FF2B5EF4-FFF2-40B4-BE49-F238E27FC236}">
                <a16:creationId xmlns:a16="http://schemas.microsoft.com/office/drawing/2014/main" id="{E295158F-1CF5-547B-3FB1-3BF2A43FE243}"/>
              </a:ext>
            </a:extLst>
          </p:cNvPr>
          <p:cNvCxnSpPr>
            <a:cxnSpLocks/>
          </p:cNvCxnSpPr>
          <p:nvPr/>
        </p:nvCxnSpPr>
        <p:spPr>
          <a:xfrm flipV="1">
            <a:off x="6879247" y="3749382"/>
            <a:ext cx="1307504" cy="2256798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Taisns bultveida savienotājs 12">
            <a:extLst>
              <a:ext uri="{FF2B5EF4-FFF2-40B4-BE49-F238E27FC236}">
                <a16:creationId xmlns:a16="http://schemas.microsoft.com/office/drawing/2014/main" id="{186F4C8A-E6C7-00CA-6AC4-6E226CEA6A77}"/>
              </a:ext>
            </a:extLst>
          </p:cNvPr>
          <p:cNvCxnSpPr>
            <a:cxnSpLocks/>
          </p:cNvCxnSpPr>
          <p:nvPr/>
        </p:nvCxnSpPr>
        <p:spPr>
          <a:xfrm>
            <a:off x="4327515" y="3428034"/>
            <a:ext cx="3913804" cy="354966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Taisns bultveida savienotājs 5">
            <a:extLst>
              <a:ext uri="{FF2B5EF4-FFF2-40B4-BE49-F238E27FC236}">
                <a16:creationId xmlns:a16="http://schemas.microsoft.com/office/drawing/2014/main" id="{7B5E023F-9199-E6D0-89B6-FA74B95EFA55}"/>
              </a:ext>
            </a:extLst>
          </p:cNvPr>
          <p:cNvCxnSpPr>
            <a:cxnSpLocks/>
          </p:cNvCxnSpPr>
          <p:nvPr/>
        </p:nvCxnSpPr>
        <p:spPr>
          <a:xfrm flipV="1">
            <a:off x="2965443" y="3793532"/>
            <a:ext cx="5221308" cy="186482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61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Satura vietturis 3">
                <a:extLst>
                  <a:ext uri="{FF2B5EF4-FFF2-40B4-BE49-F238E27FC236}">
                    <a16:creationId xmlns:a16="http://schemas.microsoft.com/office/drawing/2014/main" id="{23F9C06C-8DEA-2AD9-DEAC-B9CCF40483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47765730"/>
                  </p:ext>
                </p:extLst>
              </p:nvPr>
            </p:nvGraphicFramePr>
            <p:xfrm>
              <a:off x="647700" y="-396502"/>
              <a:ext cx="10896600" cy="426267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4" name="Satura vietturis 3">
                <a:extLst>
                  <a:ext uri="{FF2B5EF4-FFF2-40B4-BE49-F238E27FC236}">
                    <a16:creationId xmlns:a16="http://schemas.microsoft.com/office/drawing/2014/main" id="{23F9C06C-8DEA-2AD9-DEAC-B9CCF40483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47765730"/>
                  </p:ext>
                </p:extLst>
              </p:nvPr>
            </p:nvGraphicFramePr>
            <p:xfrm>
              <a:off x="647700" y="-396502"/>
              <a:ext cx="10896600" cy="426267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  <p:sp>
        <p:nvSpPr>
          <p:cNvPr id="14" name="Tekstlodziņš 2">
            <a:extLst>
              <a:ext uri="{FF2B5EF4-FFF2-40B4-BE49-F238E27FC236}">
                <a16:creationId xmlns:a16="http://schemas.microsoft.com/office/drawing/2014/main" id="{85ED950A-5758-E16A-8379-2D00EA259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822154"/>
            <a:ext cx="1748093" cy="711178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Vektoru kopīgais sākumpunkts</a:t>
            </a:r>
            <a:endParaRPr lang="lv-LV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Taisns bultveida savienotājs 14">
            <a:extLst>
              <a:ext uri="{FF2B5EF4-FFF2-40B4-BE49-F238E27FC236}">
                <a16:creationId xmlns:a16="http://schemas.microsoft.com/office/drawing/2014/main" id="{DA37E0EF-70DC-E9B8-ED6D-C99B13544A31}"/>
              </a:ext>
            </a:extLst>
          </p:cNvPr>
          <p:cNvCxnSpPr>
            <a:cxnSpLocks/>
          </p:cNvCxnSpPr>
          <p:nvPr/>
        </p:nvCxnSpPr>
        <p:spPr>
          <a:xfrm>
            <a:off x="7428374" y="5778177"/>
            <a:ext cx="2876630" cy="2463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Taisns bultveida savienotājs 15">
            <a:extLst>
              <a:ext uri="{FF2B5EF4-FFF2-40B4-BE49-F238E27FC236}">
                <a16:creationId xmlns:a16="http://schemas.microsoft.com/office/drawing/2014/main" id="{7B016108-F59C-B29D-C620-22EB1B727AF3}"/>
              </a:ext>
            </a:extLst>
          </p:cNvPr>
          <p:cNvCxnSpPr>
            <a:cxnSpLocks/>
          </p:cNvCxnSpPr>
          <p:nvPr/>
        </p:nvCxnSpPr>
        <p:spPr>
          <a:xfrm flipV="1">
            <a:off x="7439781" y="4040063"/>
            <a:ext cx="1036423" cy="17178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0D9440-105A-6F94-CFBC-73C7B56C08A0}"/>
                  </a:ext>
                </a:extLst>
              </p:cNvPr>
              <p:cNvSpPr txBox="1"/>
              <p:nvPr/>
            </p:nvSpPr>
            <p:spPr>
              <a:xfrm>
                <a:off x="7439781" y="4406198"/>
                <a:ext cx="4020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lv-LV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0D9440-105A-6F94-CFBC-73C7B56C0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781" y="4406198"/>
                <a:ext cx="402033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1CA68E-C19D-6E4C-5E04-DFA9AFEFDC90}"/>
                  </a:ext>
                </a:extLst>
              </p:cNvPr>
              <p:cNvSpPr txBox="1"/>
              <p:nvPr/>
            </p:nvSpPr>
            <p:spPr>
              <a:xfrm rot="20421949">
                <a:off x="7890124" y="4512601"/>
                <a:ext cx="2221762" cy="706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lv-LV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lv-LV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lv-LV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lv-LV" sz="4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1CA68E-C19D-6E4C-5E04-DFA9AFEFD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21949">
                <a:off x="7890124" y="4512601"/>
                <a:ext cx="2221762" cy="7065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Taisns bultveida savienotājs 18">
            <a:extLst>
              <a:ext uri="{FF2B5EF4-FFF2-40B4-BE49-F238E27FC236}">
                <a16:creationId xmlns:a16="http://schemas.microsoft.com/office/drawing/2014/main" id="{3F68DAC0-B398-F208-DC2A-ABD300CF1F5C}"/>
              </a:ext>
            </a:extLst>
          </p:cNvPr>
          <p:cNvCxnSpPr>
            <a:cxnSpLocks/>
          </p:cNvCxnSpPr>
          <p:nvPr/>
        </p:nvCxnSpPr>
        <p:spPr>
          <a:xfrm flipV="1">
            <a:off x="10305004" y="4383711"/>
            <a:ext cx="1006199" cy="1595049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Taisns bultveida savienotājs 19">
            <a:extLst>
              <a:ext uri="{FF2B5EF4-FFF2-40B4-BE49-F238E27FC236}">
                <a16:creationId xmlns:a16="http://schemas.microsoft.com/office/drawing/2014/main" id="{A4426252-C321-B05A-8171-2082F5479141}"/>
              </a:ext>
            </a:extLst>
          </p:cNvPr>
          <p:cNvCxnSpPr>
            <a:cxnSpLocks/>
          </p:cNvCxnSpPr>
          <p:nvPr/>
        </p:nvCxnSpPr>
        <p:spPr>
          <a:xfrm>
            <a:off x="8476204" y="4078766"/>
            <a:ext cx="2799886" cy="284815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Taisns bultveida savienotājs 20">
            <a:extLst>
              <a:ext uri="{FF2B5EF4-FFF2-40B4-BE49-F238E27FC236}">
                <a16:creationId xmlns:a16="http://schemas.microsoft.com/office/drawing/2014/main" id="{BDA03355-7A64-10FA-BD4C-BC11CDE3185B}"/>
              </a:ext>
            </a:extLst>
          </p:cNvPr>
          <p:cNvCxnSpPr>
            <a:cxnSpLocks/>
          </p:cNvCxnSpPr>
          <p:nvPr/>
        </p:nvCxnSpPr>
        <p:spPr>
          <a:xfrm flipV="1">
            <a:off x="7404668" y="4406198"/>
            <a:ext cx="3882829" cy="137197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kstlodziņš 2">
            <a:extLst>
              <a:ext uri="{FF2B5EF4-FFF2-40B4-BE49-F238E27FC236}">
                <a16:creationId xmlns:a16="http://schemas.microsoft.com/office/drawing/2014/main" id="{CF6AB935-92B3-C90B-DD29-C1B2D6F8C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66" y="5886364"/>
            <a:ext cx="1359753" cy="615553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lv-LV" sz="16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irmā vektora</a:t>
            </a:r>
            <a:r>
              <a:rPr lang="lv-LV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sākumpunkts</a:t>
            </a:r>
            <a:endParaRPr lang="lv-LV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0AF497B-79CB-14FA-DC5C-A139B1C10AA3}"/>
                  </a:ext>
                </a:extLst>
              </p:cNvPr>
              <p:cNvSpPr txBox="1"/>
              <p:nvPr/>
            </p:nvSpPr>
            <p:spPr>
              <a:xfrm>
                <a:off x="689908" y="5048083"/>
                <a:ext cx="4020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lv-LV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0AF497B-79CB-14FA-DC5C-A139B1C10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08" y="5048083"/>
                <a:ext cx="402033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19C86E-648C-A563-E106-22B9FC0D00C0}"/>
                  </a:ext>
                </a:extLst>
              </p:cNvPr>
              <p:cNvSpPr txBox="1"/>
              <p:nvPr/>
            </p:nvSpPr>
            <p:spPr>
              <a:xfrm>
                <a:off x="3519533" y="3498970"/>
                <a:ext cx="392800" cy="706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19C86E-648C-A563-E106-22B9FC0D0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533" y="3498970"/>
                <a:ext cx="392800" cy="7065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DBBB0C-DA2A-578F-8BD1-22E1D7482F78}"/>
                  </a:ext>
                </a:extLst>
              </p:cNvPr>
              <p:cNvSpPr txBox="1"/>
              <p:nvPr/>
            </p:nvSpPr>
            <p:spPr>
              <a:xfrm rot="20421949">
                <a:off x="1974811" y="5156258"/>
                <a:ext cx="2221762" cy="706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lv-LV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lv-LV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lv-LV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lv-LV" sz="4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lv-LV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DBBB0C-DA2A-578F-8BD1-22E1D7482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21949">
                <a:off x="1974811" y="5156258"/>
                <a:ext cx="2221762" cy="7065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kstlodziņš 2">
            <a:extLst>
              <a:ext uri="{FF2B5EF4-FFF2-40B4-BE49-F238E27FC236}">
                <a16:creationId xmlns:a16="http://schemas.microsoft.com/office/drawing/2014/main" id="{CEA420A2-653E-6663-01C9-5A2629197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122" y="4111889"/>
            <a:ext cx="1286663" cy="711178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lv-LV" sz="16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Otrā vektora</a:t>
            </a:r>
            <a:r>
              <a:rPr lang="lv-LV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lv-LV" sz="16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gala</a:t>
            </a:r>
            <a:r>
              <a:rPr lang="lv-LV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punkts</a:t>
            </a:r>
            <a:endParaRPr lang="lv-LV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Taisns bultveida savienotājs 30">
            <a:extLst>
              <a:ext uri="{FF2B5EF4-FFF2-40B4-BE49-F238E27FC236}">
                <a16:creationId xmlns:a16="http://schemas.microsoft.com/office/drawing/2014/main" id="{4AB07860-8CC6-CB52-1758-A35D7E0C8D57}"/>
              </a:ext>
            </a:extLst>
          </p:cNvPr>
          <p:cNvCxnSpPr>
            <a:cxnSpLocks/>
          </p:cNvCxnSpPr>
          <p:nvPr/>
        </p:nvCxnSpPr>
        <p:spPr>
          <a:xfrm>
            <a:off x="1973744" y="4178608"/>
            <a:ext cx="2876630" cy="2463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Taisns bultveida savienotājs 31">
            <a:extLst>
              <a:ext uri="{FF2B5EF4-FFF2-40B4-BE49-F238E27FC236}">
                <a16:creationId xmlns:a16="http://schemas.microsoft.com/office/drawing/2014/main" id="{7A59384E-750C-D4A5-3771-605C732D37A3}"/>
              </a:ext>
            </a:extLst>
          </p:cNvPr>
          <p:cNvCxnSpPr>
            <a:cxnSpLocks/>
          </p:cNvCxnSpPr>
          <p:nvPr/>
        </p:nvCxnSpPr>
        <p:spPr>
          <a:xfrm flipV="1">
            <a:off x="959870" y="4443334"/>
            <a:ext cx="3882829" cy="137197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aisns bultveida savienotājs 32">
            <a:extLst>
              <a:ext uri="{FF2B5EF4-FFF2-40B4-BE49-F238E27FC236}">
                <a16:creationId xmlns:a16="http://schemas.microsoft.com/office/drawing/2014/main" id="{43083135-ECD8-72E8-0CA5-00C572934FDD}"/>
              </a:ext>
            </a:extLst>
          </p:cNvPr>
          <p:cNvCxnSpPr>
            <a:cxnSpLocks/>
          </p:cNvCxnSpPr>
          <p:nvPr/>
        </p:nvCxnSpPr>
        <p:spPr>
          <a:xfrm flipV="1">
            <a:off x="938204" y="4111889"/>
            <a:ext cx="1036423" cy="17178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3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Virsraksts 1">
                <a:extLst>
                  <a:ext uri="{FF2B5EF4-FFF2-40B4-BE49-F238E27FC236}">
                    <a16:creationId xmlns:a16="http://schemas.microsoft.com/office/drawing/2014/main" id="{78C58819-797B-8CB8-354F-E8D1C45F39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07641"/>
              </a:xfrm>
            </p:spPr>
            <p:txBody>
              <a:bodyPr>
                <a:normAutofit/>
              </a:bodyPr>
              <a:lstStyle/>
              <a:p>
                <a:r>
                  <a:rPr lang="lv-LV" sz="3200" dirty="0"/>
                  <a:t>Doti vektori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lv-LV" sz="3200" dirty="0"/>
                  <a:t> un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lv-LV" sz="3200" dirty="0"/>
                  <a:t>. Uzzīmē vektoru</a:t>
                </a:r>
                <a14:m>
                  <m:oMath xmlns:m="http://schemas.openxmlformats.org/officeDocument/2006/math">
                    <m:r>
                      <a:rPr lang="lv-LV" sz="3200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lv-LV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lv-LV" sz="32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lv-LV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lv-LV" sz="32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lv-LV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lv-LV" sz="3200" dirty="0"/>
                  <a:t>.</a:t>
                </a:r>
              </a:p>
            </p:txBody>
          </p:sp>
        </mc:Choice>
        <mc:Fallback xmlns="">
          <p:sp>
            <p:nvSpPr>
              <p:cNvPr id="2" name="Virsraksts 1">
                <a:extLst>
                  <a:ext uri="{FF2B5EF4-FFF2-40B4-BE49-F238E27FC236}">
                    <a16:creationId xmlns:a16="http://schemas.microsoft.com/office/drawing/2014/main" id="{78C58819-797B-8CB8-354F-E8D1C45F3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07641"/>
              </a:xfrm>
              <a:blipFill>
                <a:blip r:embed="rId2"/>
                <a:stretch>
                  <a:fillRect l="-1507" t="-16000" b="-2500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Taisns bultveida savienotājs 3">
            <a:extLst>
              <a:ext uri="{FF2B5EF4-FFF2-40B4-BE49-F238E27FC236}">
                <a16:creationId xmlns:a16="http://schemas.microsoft.com/office/drawing/2014/main" id="{F0782D3B-88AD-B5CA-6DF0-AC916D0F44FA}"/>
              </a:ext>
            </a:extLst>
          </p:cNvPr>
          <p:cNvCxnSpPr>
            <a:cxnSpLocks/>
          </p:cNvCxnSpPr>
          <p:nvPr/>
        </p:nvCxnSpPr>
        <p:spPr>
          <a:xfrm flipV="1">
            <a:off x="5049604" y="1274323"/>
            <a:ext cx="1905673" cy="54853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Taisns bultveida savienotājs 4">
            <a:extLst>
              <a:ext uri="{FF2B5EF4-FFF2-40B4-BE49-F238E27FC236}">
                <a16:creationId xmlns:a16="http://schemas.microsoft.com/office/drawing/2014/main" id="{6178335A-E68C-6829-6E1E-0AD0C369AAE1}"/>
              </a:ext>
            </a:extLst>
          </p:cNvPr>
          <p:cNvCxnSpPr>
            <a:cxnSpLocks/>
          </p:cNvCxnSpPr>
          <p:nvPr/>
        </p:nvCxnSpPr>
        <p:spPr>
          <a:xfrm flipH="1">
            <a:off x="2673427" y="1606081"/>
            <a:ext cx="315722" cy="120736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A3956D-7BCD-FCE0-DCC2-3AB7E9A326F4}"/>
                  </a:ext>
                </a:extLst>
              </p:cNvPr>
              <p:cNvSpPr txBox="1"/>
              <p:nvPr/>
            </p:nvSpPr>
            <p:spPr>
              <a:xfrm>
                <a:off x="2258439" y="1834165"/>
                <a:ext cx="4349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A3956D-7BCD-FCE0-DCC2-3AB7E9A32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439" y="1834165"/>
                <a:ext cx="43499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285949-3241-A153-CEA3-23E993CE2D0E}"/>
                  </a:ext>
                </a:extLst>
              </p:cNvPr>
              <p:cNvSpPr txBox="1"/>
              <p:nvPr/>
            </p:nvSpPr>
            <p:spPr>
              <a:xfrm>
                <a:off x="6002440" y="1606081"/>
                <a:ext cx="3259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285949-3241-A153-CEA3-23E993CE2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440" y="1606081"/>
                <a:ext cx="32598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a 11">
            <a:extLst>
              <a:ext uri="{FF2B5EF4-FFF2-40B4-BE49-F238E27FC236}">
                <a16:creationId xmlns:a16="http://schemas.microsoft.com/office/drawing/2014/main" id="{7C5A0381-AE46-ECB0-9516-2CE7DF4F9423}"/>
              </a:ext>
            </a:extLst>
          </p:cNvPr>
          <p:cNvGrpSpPr/>
          <p:nvPr/>
        </p:nvGrpSpPr>
        <p:grpSpPr>
          <a:xfrm>
            <a:off x="654978" y="3017682"/>
            <a:ext cx="4668341" cy="1026876"/>
            <a:chOff x="0" y="2626253"/>
            <a:chExt cx="4668341" cy="1026876"/>
          </a:xfrm>
        </p:grpSpPr>
        <p:sp>
          <p:nvSpPr>
            <p:cNvPr id="13" name="Taisnstūris: ar noapaļotiem stūriem 12">
              <a:extLst>
                <a:ext uri="{FF2B5EF4-FFF2-40B4-BE49-F238E27FC236}">
                  <a16:creationId xmlns:a16="http://schemas.microsoft.com/office/drawing/2014/main" id="{C0FB391F-BB96-5798-2A1E-A09B4ABF6488}"/>
                </a:ext>
              </a:extLst>
            </p:cNvPr>
            <p:cNvSpPr/>
            <p:nvPr/>
          </p:nvSpPr>
          <p:spPr>
            <a:xfrm>
              <a:off x="0" y="2626253"/>
              <a:ext cx="4668341" cy="102687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lv-LV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aisnstūris: ar noapaļotiem stūriem 4">
                  <a:extLst>
                    <a:ext uri="{FF2B5EF4-FFF2-40B4-BE49-F238E27FC236}">
                      <a16:creationId xmlns:a16="http://schemas.microsoft.com/office/drawing/2014/main" id="{6E58F8B4-FB5A-71AD-6CF0-4131AA2F10DF}"/>
                    </a:ext>
                  </a:extLst>
                </p:cNvPr>
                <p:cNvSpPr txBox="1"/>
                <p:nvPr/>
              </p:nvSpPr>
              <p:spPr>
                <a:xfrm>
                  <a:off x="30076" y="2656329"/>
                  <a:ext cx="4608189" cy="966724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lvl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lv-LV" sz="1700" kern="1200" dirty="0"/>
                    <a:t>Ja vektorus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lv-LV" sz="1700" b="0" i="1" kern="120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lv-LV" sz="1700" kern="1200" dirty="0"/>
                    <a:t>un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a14:m>
                  <a:r>
                    <a:rPr lang="lv-LV" sz="1700" kern="1200" dirty="0"/>
                    <a:t> </a:t>
                  </a:r>
                  <a:r>
                    <a:rPr lang="lv-LV" sz="1700" b="1" kern="1200" dirty="0">
                      <a:solidFill>
                        <a:srgbClr val="FF0000"/>
                      </a:solidFill>
                    </a:rPr>
                    <a:t>atliek  secīgi vienu otram galā</a:t>
                  </a:r>
                  <a:r>
                    <a:rPr lang="lv-LV" sz="1700" kern="1200" dirty="0"/>
                    <a:t>, tad summas vektors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acc>
                      <m:r>
                        <a:rPr lang="lv-LV" sz="17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lv-LV" sz="1700" kern="1200" dirty="0"/>
                    <a:t>savieno pirmā vektora sākumpunktu ar otrā vektora galapunktu.</a:t>
                  </a:r>
                </a:p>
              </p:txBody>
            </p:sp>
          </mc:Choice>
          <mc:Fallback xmlns="">
            <p:sp>
              <p:nvSpPr>
                <p:cNvPr id="14" name="Taisnstūris: ar noapaļotiem stūriem 4">
                  <a:extLst>
                    <a:ext uri="{FF2B5EF4-FFF2-40B4-BE49-F238E27FC236}">
                      <a16:creationId xmlns:a16="http://schemas.microsoft.com/office/drawing/2014/main" id="{6E58F8B4-FB5A-71AD-6CF0-4131AA2F1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76" y="2656329"/>
                  <a:ext cx="4608189" cy="966724"/>
                </a:xfrm>
                <a:prstGeom prst="rect">
                  <a:avLst/>
                </a:prstGeom>
                <a:blipFill>
                  <a:blip r:embed="rId5"/>
                  <a:stretch>
                    <a:fillRect t="-6918" b="-11321"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upa 14">
            <a:extLst>
              <a:ext uri="{FF2B5EF4-FFF2-40B4-BE49-F238E27FC236}">
                <a16:creationId xmlns:a16="http://schemas.microsoft.com/office/drawing/2014/main" id="{57E27F68-E563-4542-A2B7-EDBA9778B844}"/>
              </a:ext>
            </a:extLst>
          </p:cNvPr>
          <p:cNvGrpSpPr/>
          <p:nvPr/>
        </p:nvGrpSpPr>
        <p:grpSpPr>
          <a:xfrm>
            <a:off x="6095999" y="2987606"/>
            <a:ext cx="5756697" cy="1026876"/>
            <a:chOff x="5135169" y="2626253"/>
            <a:chExt cx="5756697" cy="1026876"/>
          </a:xfrm>
        </p:grpSpPr>
        <p:sp>
          <p:nvSpPr>
            <p:cNvPr id="16" name="Taisnstūris: ar noapaļotiem stūriem 15">
              <a:extLst>
                <a:ext uri="{FF2B5EF4-FFF2-40B4-BE49-F238E27FC236}">
                  <a16:creationId xmlns:a16="http://schemas.microsoft.com/office/drawing/2014/main" id="{A032E1B8-913E-8AD7-134E-6AA64E6ADCCB}"/>
                </a:ext>
              </a:extLst>
            </p:cNvPr>
            <p:cNvSpPr/>
            <p:nvPr/>
          </p:nvSpPr>
          <p:spPr>
            <a:xfrm>
              <a:off x="5135169" y="2626253"/>
              <a:ext cx="5756697" cy="102687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lv-LV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aisnstūris: ar noapaļotiem stūriem 4">
                  <a:extLst>
                    <a:ext uri="{FF2B5EF4-FFF2-40B4-BE49-F238E27FC236}">
                      <a16:creationId xmlns:a16="http://schemas.microsoft.com/office/drawing/2014/main" id="{6439DDF6-3B68-1257-EFF7-B2B051CBE822}"/>
                    </a:ext>
                  </a:extLst>
                </p:cNvPr>
                <p:cNvSpPr txBox="1"/>
                <p:nvPr/>
              </p:nvSpPr>
              <p:spPr>
                <a:xfrm>
                  <a:off x="5165245" y="2656329"/>
                  <a:ext cx="5696545" cy="966724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lvl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Ja vektorus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un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</a:t>
                  </a:r>
                  <a:r>
                    <a:rPr lang="lv-LV" sz="1700" b="1" kern="1200" dirty="0">
                      <a:solidFill>
                        <a:srgbClr val="FF000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atliek no kopīga sākumpunkta</a:t>
                  </a:r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, tad summas vektors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</a:t>
                  </a:r>
                  <a:r>
                    <a:rPr lang="lv-LV" sz="1700" b="1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iziet no vektoru kopīgā sākumpunkta</a:t>
                  </a:r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un ir tāda paralelograma diagonāle, kura malas ir vektori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un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.</a:t>
                  </a:r>
                  <a:endParaRPr lang="lv-LV" sz="1700" kern="1200" dirty="0"/>
                </a:p>
              </p:txBody>
            </p:sp>
          </mc:Choice>
          <mc:Fallback xmlns="">
            <p:sp>
              <p:nvSpPr>
                <p:cNvPr id="17" name="Taisnstūris: ar noapaļotiem stūriem 4">
                  <a:extLst>
                    <a:ext uri="{FF2B5EF4-FFF2-40B4-BE49-F238E27FC236}">
                      <a16:creationId xmlns:a16="http://schemas.microsoft.com/office/drawing/2014/main" id="{6439DDF6-3B68-1257-EFF7-B2B051CBE8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245" y="2656329"/>
                  <a:ext cx="5696545" cy="966724"/>
                </a:xfrm>
                <a:prstGeom prst="rect">
                  <a:avLst/>
                </a:prstGeom>
                <a:blipFill>
                  <a:blip r:embed="rId6"/>
                  <a:stretch>
                    <a:fillRect l="-857" r="-1820"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Taisns bultveida savienotājs 17">
            <a:extLst>
              <a:ext uri="{FF2B5EF4-FFF2-40B4-BE49-F238E27FC236}">
                <a16:creationId xmlns:a16="http://schemas.microsoft.com/office/drawing/2014/main" id="{3252490B-49E1-6E58-8E3E-988EAD35F427}"/>
              </a:ext>
            </a:extLst>
          </p:cNvPr>
          <p:cNvCxnSpPr>
            <a:cxnSpLocks/>
          </p:cNvCxnSpPr>
          <p:nvPr/>
        </p:nvCxnSpPr>
        <p:spPr>
          <a:xfrm flipV="1">
            <a:off x="1145458" y="5637824"/>
            <a:ext cx="1905673" cy="54853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Taisns bultveida savienotājs 18">
            <a:extLst>
              <a:ext uri="{FF2B5EF4-FFF2-40B4-BE49-F238E27FC236}">
                <a16:creationId xmlns:a16="http://schemas.microsoft.com/office/drawing/2014/main" id="{38A52BAE-5E25-E437-F8AD-42BAE0EAEA7E}"/>
              </a:ext>
            </a:extLst>
          </p:cNvPr>
          <p:cNvCxnSpPr>
            <a:cxnSpLocks/>
          </p:cNvCxnSpPr>
          <p:nvPr/>
        </p:nvCxnSpPr>
        <p:spPr>
          <a:xfrm flipH="1">
            <a:off x="1145458" y="4958910"/>
            <a:ext cx="315722" cy="120736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75192F-8AA7-0309-FB3D-BFB48166511B}"/>
                  </a:ext>
                </a:extLst>
              </p:cNvPr>
              <p:cNvSpPr txBox="1"/>
              <p:nvPr/>
            </p:nvSpPr>
            <p:spPr>
              <a:xfrm>
                <a:off x="868328" y="5074198"/>
                <a:ext cx="4349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75192F-8AA7-0309-FB3D-BFB481665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28" y="5074198"/>
                <a:ext cx="43499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A1D7C5-C11F-EDBE-75A1-8AEE32C4B39F}"/>
                  </a:ext>
                </a:extLst>
              </p:cNvPr>
              <p:cNvSpPr txBox="1"/>
              <p:nvPr/>
            </p:nvSpPr>
            <p:spPr>
              <a:xfrm>
                <a:off x="2095446" y="6000432"/>
                <a:ext cx="3259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A1D7C5-C11F-EDBE-75A1-8AEE32C4B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446" y="6000432"/>
                <a:ext cx="3259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Taisns bultveida savienotājs 21">
            <a:extLst>
              <a:ext uri="{FF2B5EF4-FFF2-40B4-BE49-F238E27FC236}">
                <a16:creationId xmlns:a16="http://schemas.microsoft.com/office/drawing/2014/main" id="{4AF22DF4-3AF2-B4B2-ABA9-B0105B3A2F9A}"/>
              </a:ext>
            </a:extLst>
          </p:cNvPr>
          <p:cNvCxnSpPr>
            <a:cxnSpLocks/>
          </p:cNvCxnSpPr>
          <p:nvPr/>
        </p:nvCxnSpPr>
        <p:spPr>
          <a:xfrm flipV="1">
            <a:off x="7218411" y="4648489"/>
            <a:ext cx="1905673" cy="54853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5E1428-1669-75F8-D6A9-65F47BD3DFE4}"/>
                  </a:ext>
                </a:extLst>
              </p:cNvPr>
              <p:cNvSpPr txBox="1"/>
              <p:nvPr/>
            </p:nvSpPr>
            <p:spPr>
              <a:xfrm>
                <a:off x="6527332" y="5337455"/>
                <a:ext cx="4349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5E1428-1669-75F8-D6A9-65F47BD3D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332" y="5337455"/>
                <a:ext cx="434991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5525C1-A36A-1AF5-0F64-62D9F51517EA}"/>
                  </a:ext>
                </a:extLst>
              </p:cNvPr>
              <p:cNvSpPr txBox="1"/>
              <p:nvPr/>
            </p:nvSpPr>
            <p:spPr>
              <a:xfrm>
                <a:off x="7727061" y="4479211"/>
                <a:ext cx="3259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5525C1-A36A-1AF5-0F64-62D9F5151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061" y="4479211"/>
                <a:ext cx="32598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Taisns bultveida savienotājs 24">
            <a:extLst>
              <a:ext uri="{FF2B5EF4-FFF2-40B4-BE49-F238E27FC236}">
                <a16:creationId xmlns:a16="http://schemas.microsoft.com/office/drawing/2014/main" id="{E8F5B3A6-57A1-2470-D4E0-9CA04F1F7785}"/>
              </a:ext>
            </a:extLst>
          </p:cNvPr>
          <p:cNvCxnSpPr>
            <a:cxnSpLocks/>
          </p:cNvCxnSpPr>
          <p:nvPr/>
        </p:nvCxnSpPr>
        <p:spPr>
          <a:xfrm flipH="1">
            <a:off x="6902689" y="5197020"/>
            <a:ext cx="315722" cy="120736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66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D20D5-2C08-62C7-6A59-ED23AAC5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Virsraksts 1">
                <a:extLst>
                  <a:ext uri="{FF2B5EF4-FFF2-40B4-BE49-F238E27FC236}">
                    <a16:creationId xmlns:a16="http://schemas.microsoft.com/office/drawing/2014/main" id="{59DBB2DA-40F5-84FA-F875-24B629E56E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07641"/>
              </a:xfrm>
            </p:spPr>
            <p:txBody>
              <a:bodyPr>
                <a:normAutofit/>
              </a:bodyPr>
              <a:lstStyle/>
              <a:p>
                <a:r>
                  <a:rPr lang="lv-LV" sz="3200" dirty="0"/>
                  <a:t>Doti vektori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lv-LV" sz="3200" dirty="0"/>
                  <a:t> un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lv-LV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lv-LV" sz="3200" dirty="0"/>
                  <a:t>. Uzzīmē vektoru</a:t>
                </a:r>
                <a14:m>
                  <m:oMath xmlns:m="http://schemas.openxmlformats.org/officeDocument/2006/math">
                    <m:r>
                      <a:rPr lang="lv-LV" sz="3200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lv-LV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lv-LV" sz="32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lv-LV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lv-LV" sz="32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lv-LV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lv-LV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lv-LV" sz="3200" dirty="0"/>
                  <a:t>.</a:t>
                </a:r>
              </a:p>
            </p:txBody>
          </p:sp>
        </mc:Choice>
        <mc:Fallback xmlns="">
          <p:sp>
            <p:nvSpPr>
              <p:cNvPr id="2" name="Virsraksts 1">
                <a:extLst>
                  <a:ext uri="{FF2B5EF4-FFF2-40B4-BE49-F238E27FC236}">
                    <a16:creationId xmlns:a16="http://schemas.microsoft.com/office/drawing/2014/main" id="{59DBB2DA-40F5-84FA-F875-24B629E56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07641"/>
              </a:xfrm>
              <a:blipFill>
                <a:blip r:embed="rId2"/>
                <a:stretch>
                  <a:fillRect l="-1507" t="-16000" b="-2500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Taisns bultveida savienotājs 3">
            <a:extLst>
              <a:ext uri="{FF2B5EF4-FFF2-40B4-BE49-F238E27FC236}">
                <a16:creationId xmlns:a16="http://schemas.microsoft.com/office/drawing/2014/main" id="{FFC7D16F-5FD7-2FE4-2442-38F5BCD0B02B}"/>
              </a:ext>
            </a:extLst>
          </p:cNvPr>
          <p:cNvCxnSpPr>
            <a:cxnSpLocks/>
          </p:cNvCxnSpPr>
          <p:nvPr/>
        </p:nvCxnSpPr>
        <p:spPr>
          <a:xfrm flipV="1">
            <a:off x="5049604" y="1274323"/>
            <a:ext cx="1905673" cy="5485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Taisns bultveida savienotājs 4">
            <a:extLst>
              <a:ext uri="{FF2B5EF4-FFF2-40B4-BE49-F238E27FC236}">
                <a16:creationId xmlns:a16="http://schemas.microsoft.com/office/drawing/2014/main" id="{AC837B99-F136-DBF9-8A5A-0E50C90390A7}"/>
              </a:ext>
            </a:extLst>
          </p:cNvPr>
          <p:cNvCxnSpPr>
            <a:cxnSpLocks/>
          </p:cNvCxnSpPr>
          <p:nvPr/>
        </p:nvCxnSpPr>
        <p:spPr>
          <a:xfrm flipH="1">
            <a:off x="2820350" y="1167349"/>
            <a:ext cx="315722" cy="12073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4082EF-CC01-F2D2-F02B-50705F71ACFD}"/>
                  </a:ext>
                </a:extLst>
              </p:cNvPr>
              <p:cNvSpPr txBox="1"/>
              <p:nvPr/>
            </p:nvSpPr>
            <p:spPr>
              <a:xfrm>
                <a:off x="2290870" y="1347321"/>
                <a:ext cx="4349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4082EF-CC01-F2D2-F02B-50705F71A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70" y="1347321"/>
                <a:ext cx="43499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FFBDE4-3476-F4F1-F9D4-821E2DE90E9A}"/>
                  </a:ext>
                </a:extLst>
              </p:cNvPr>
              <p:cNvSpPr txBox="1"/>
              <p:nvPr/>
            </p:nvSpPr>
            <p:spPr>
              <a:xfrm>
                <a:off x="6002440" y="1606081"/>
                <a:ext cx="3259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FFBDE4-3476-F4F1-F9D4-821E2DE90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440" y="1606081"/>
                <a:ext cx="32598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1FCA3D-6743-2A4B-B1E8-CF401F24E392}"/>
                  </a:ext>
                </a:extLst>
              </p:cNvPr>
              <p:cNvSpPr txBox="1"/>
              <p:nvPr/>
            </p:nvSpPr>
            <p:spPr>
              <a:xfrm>
                <a:off x="2356152" y="4356777"/>
                <a:ext cx="3175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1FCA3D-6743-2A4B-B1E8-CF401F24E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152" y="4356777"/>
                <a:ext cx="31758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a 11">
            <a:extLst>
              <a:ext uri="{FF2B5EF4-FFF2-40B4-BE49-F238E27FC236}">
                <a16:creationId xmlns:a16="http://schemas.microsoft.com/office/drawing/2014/main" id="{1B5ADFCE-3BB1-92C0-6E6B-D4F75B20C9CF}"/>
              </a:ext>
            </a:extLst>
          </p:cNvPr>
          <p:cNvGrpSpPr/>
          <p:nvPr/>
        </p:nvGrpSpPr>
        <p:grpSpPr>
          <a:xfrm>
            <a:off x="333966" y="2697009"/>
            <a:ext cx="4668341" cy="1026876"/>
            <a:chOff x="0" y="2626253"/>
            <a:chExt cx="4668341" cy="1026876"/>
          </a:xfrm>
        </p:grpSpPr>
        <p:sp>
          <p:nvSpPr>
            <p:cNvPr id="13" name="Taisnstūris: ar noapaļotiem stūriem 12">
              <a:extLst>
                <a:ext uri="{FF2B5EF4-FFF2-40B4-BE49-F238E27FC236}">
                  <a16:creationId xmlns:a16="http://schemas.microsoft.com/office/drawing/2014/main" id="{807A51E3-5452-A93C-60A9-DF62DCF73586}"/>
                </a:ext>
              </a:extLst>
            </p:cNvPr>
            <p:cNvSpPr/>
            <p:nvPr/>
          </p:nvSpPr>
          <p:spPr>
            <a:xfrm>
              <a:off x="0" y="2626253"/>
              <a:ext cx="4668341" cy="102687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lv-LV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aisnstūris: ar noapaļotiem stūriem 4">
                  <a:extLst>
                    <a:ext uri="{FF2B5EF4-FFF2-40B4-BE49-F238E27FC236}">
                      <a16:creationId xmlns:a16="http://schemas.microsoft.com/office/drawing/2014/main" id="{BA2372CE-3E8D-3F9C-A7B7-E2BB81743C0E}"/>
                    </a:ext>
                  </a:extLst>
                </p:cNvPr>
                <p:cNvSpPr txBox="1"/>
                <p:nvPr/>
              </p:nvSpPr>
              <p:spPr>
                <a:xfrm>
                  <a:off x="30076" y="2656329"/>
                  <a:ext cx="4608189" cy="966724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lvl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lv-LV" sz="1700" kern="1200" dirty="0"/>
                    <a:t>Ja vektorus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lv-LV" sz="1700" b="0" i="1" kern="120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lv-LV" sz="1700" kern="1200" dirty="0"/>
                    <a:t>un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a14:m>
                  <a:r>
                    <a:rPr lang="lv-LV" sz="1700" kern="1200" dirty="0"/>
                    <a:t> </a:t>
                  </a:r>
                  <a:r>
                    <a:rPr lang="lv-LV" sz="1700" b="1" kern="1200" dirty="0">
                      <a:solidFill>
                        <a:srgbClr val="FF0000"/>
                      </a:solidFill>
                    </a:rPr>
                    <a:t>atliek  secīgi vienu otram galā</a:t>
                  </a:r>
                  <a:r>
                    <a:rPr lang="lv-LV" sz="1700" kern="1200" dirty="0"/>
                    <a:t>, tad summas vektors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acc>
                      <m:r>
                        <a:rPr lang="lv-LV" sz="17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lv-LV" sz="1700" kern="1200" dirty="0"/>
                    <a:t>savieno pirmā vektora sākumpunktu ar otrā vektora galapunktu.</a:t>
                  </a:r>
                </a:p>
              </p:txBody>
            </p:sp>
          </mc:Choice>
          <mc:Fallback xmlns="">
            <p:sp>
              <p:nvSpPr>
                <p:cNvPr id="14" name="Taisnstūris: ar noapaļotiem stūriem 4">
                  <a:extLst>
                    <a:ext uri="{FF2B5EF4-FFF2-40B4-BE49-F238E27FC236}">
                      <a16:creationId xmlns:a16="http://schemas.microsoft.com/office/drawing/2014/main" id="{BA2372CE-3E8D-3F9C-A7B7-E2BB81743C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76" y="2656329"/>
                  <a:ext cx="4608189" cy="966724"/>
                </a:xfrm>
                <a:prstGeom prst="rect">
                  <a:avLst/>
                </a:prstGeom>
                <a:blipFill>
                  <a:blip r:embed="rId6"/>
                  <a:stretch>
                    <a:fillRect t="-6918" b="-11950"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upa 14">
            <a:extLst>
              <a:ext uri="{FF2B5EF4-FFF2-40B4-BE49-F238E27FC236}">
                <a16:creationId xmlns:a16="http://schemas.microsoft.com/office/drawing/2014/main" id="{9041F409-AC36-79BD-3D7F-576319477186}"/>
              </a:ext>
            </a:extLst>
          </p:cNvPr>
          <p:cNvGrpSpPr/>
          <p:nvPr/>
        </p:nvGrpSpPr>
        <p:grpSpPr>
          <a:xfrm>
            <a:off x="5774987" y="2666933"/>
            <a:ext cx="5756697" cy="1026876"/>
            <a:chOff x="5135169" y="2626253"/>
            <a:chExt cx="5756697" cy="1026876"/>
          </a:xfrm>
        </p:grpSpPr>
        <p:sp>
          <p:nvSpPr>
            <p:cNvPr id="16" name="Taisnstūris: ar noapaļotiem stūriem 15">
              <a:extLst>
                <a:ext uri="{FF2B5EF4-FFF2-40B4-BE49-F238E27FC236}">
                  <a16:creationId xmlns:a16="http://schemas.microsoft.com/office/drawing/2014/main" id="{DC89F6C5-0AD2-A1DD-842A-E8C3084A9F6D}"/>
                </a:ext>
              </a:extLst>
            </p:cNvPr>
            <p:cNvSpPr/>
            <p:nvPr/>
          </p:nvSpPr>
          <p:spPr>
            <a:xfrm>
              <a:off x="5135169" y="2626253"/>
              <a:ext cx="5756697" cy="102687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lv-LV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aisnstūris: ar noapaļotiem stūriem 4">
                  <a:extLst>
                    <a:ext uri="{FF2B5EF4-FFF2-40B4-BE49-F238E27FC236}">
                      <a16:creationId xmlns:a16="http://schemas.microsoft.com/office/drawing/2014/main" id="{B397CB96-778F-BA5D-AB59-48E798D46BAF}"/>
                    </a:ext>
                  </a:extLst>
                </p:cNvPr>
                <p:cNvSpPr txBox="1"/>
                <p:nvPr/>
              </p:nvSpPr>
              <p:spPr>
                <a:xfrm>
                  <a:off x="5165245" y="2656329"/>
                  <a:ext cx="5696545" cy="966724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64770" tIns="64770" rIns="64770" bIns="64770" numCol="1" spcCol="1270" anchor="ctr" anchorCtr="0">
                  <a:noAutofit/>
                </a:bodyPr>
                <a:lstStyle/>
                <a:p>
                  <a:pPr lvl="0" algn="ctr" defTabSz="7556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Ja vektorus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un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</a:t>
                  </a:r>
                  <a:r>
                    <a:rPr lang="lv-LV" sz="1700" b="1" kern="1200" dirty="0">
                      <a:solidFill>
                        <a:srgbClr val="FF000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atliek no kopīga sākumpunkta</a:t>
                  </a:r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, tad summas vektors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</a:t>
                  </a:r>
                  <a:r>
                    <a:rPr lang="lv-LV" sz="1700" b="1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iziet no vektoru kopīgā sākumpunkta</a:t>
                  </a:r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un ir tāda paralelograma diagonāle, kura malas ir vektori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un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1700" i="1" kern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lv-LV" sz="1700" b="0" i="1" kern="12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acc>
                    </m:oMath>
                  </a14:m>
                  <a:r>
                    <a:rPr lang="lv-LV" sz="1700" kern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.</a:t>
                  </a:r>
                  <a:endParaRPr lang="lv-LV" sz="1700" kern="1200" dirty="0"/>
                </a:p>
              </p:txBody>
            </p:sp>
          </mc:Choice>
          <mc:Fallback xmlns="">
            <p:sp>
              <p:nvSpPr>
                <p:cNvPr id="17" name="Taisnstūris: ar noapaļotiem stūriem 4">
                  <a:extLst>
                    <a:ext uri="{FF2B5EF4-FFF2-40B4-BE49-F238E27FC236}">
                      <a16:creationId xmlns:a16="http://schemas.microsoft.com/office/drawing/2014/main" id="{B397CB96-778F-BA5D-AB59-48E798D46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245" y="2656329"/>
                  <a:ext cx="5696545" cy="966724"/>
                </a:xfrm>
                <a:prstGeom prst="rect">
                  <a:avLst/>
                </a:prstGeom>
                <a:blipFill>
                  <a:blip r:embed="rId7"/>
                  <a:stretch>
                    <a:fillRect l="-749" r="-1711"/>
                  </a:stretch>
                </a:blipFill>
              </p:spPr>
              <p:txBody>
                <a:bodyPr/>
                <a:lstStyle/>
                <a:p>
                  <a:r>
                    <a:rPr lang="lv-LV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Taisns bultveida savienotājs 17">
            <a:extLst>
              <a:ext uri="{FF2B5EF4-FFF2-40B4-BE49-F238E27FC236}">
                <a16:creationId xmlns:a16="http://schemas.microsoft.com/office/drawing/2014/main" id="{6A055D5D-2616-9E1B-40AB-4A964076DD02}"/>
              </a:ext>
            </a:extLst>
          </p:cNvPr>
          <p:cNvCxnSpPr>
            <a:cxnSpLocks/>
          </p:cNvCxnSpPr>
          <p:nvPr/>
        </p:nvCxnSpPr>
        <p:spPr>
          <a:xfrm flipV="1">
            <a:off x="1310830" y="5307072"/>
            <a:ext cx="1905673" cy="5485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Taisns bultveida savienotājs 18">
            <a:extLst>
              <a:ext uri="{FF2B5EF4-FFF2-40B4-BE49-F238E27FC236}">
                <a16:creationId xmlns:a16="http://schemas.microsoft.com/office/drawing/2014/main" id="{A8C51DA2-59F0-549C-6FDC-7454D9D1BBFE}"/>
              </a:ext>
            </a:extLst>
          </p:cNvPr>
          <p:cNvCxnSpPr>
            <a:cxnSpLocks/>
          </p:cNvCxnSpPr>
          <p:nvPr/>
        </p:nvCxnSpPr>
        <p:spPr>
          <a:xfrm flipH="1">
            <a:off x="1301102" y="4618430"/>
            <a:ext cx="315722" cy="12073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821C2F-1B6B-02DA-D268-E60FDE602F27}"/>
                  </a:ext>
                </a:extLst>
              </p:cNvPr>
              <p:cNvSpPr txBox="1"/>
              <p:nvPr/>
            </p:nvSpPr>
            <p:spPr>
              <a:xfrm>
                <a:off x="1033700" y="4743446"/>
                <a:ext cx="4349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821C2F-1B6B-02DA-D268-E60FDE602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00" y="4743446"/>
                <a:ext cx="43499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3E3EBB-9B47-E7AA-F08C-B5193790B969}"/>
                  </a:ext>
                </a:extLst>
              </p:cNvPr>
              <p:cNvSpPr txBox="1"/>
              <p:nvPr/>
            </p:nvSpPr>
            <p:spPr>
              <a:xfrm>
                <a:off x="2260818" y="5669680"/>
                <a:ext cx="3259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3E3EBB-9B47-E7AA-F08C-B5193790B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18" y="5669680"/>
                <a:ext cx="32598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Taisns bultveida savienotājs 21">
            <a:extLst>
              <a:ext uri="{FF2B5EF4-FFF2-40B4-BE49-F238E27FC236}">
                <a16:creationId xmlns:a16="http://schemas.microsoft.com/office/drawing/2014/main" id="{F5921186-CDD4-8338-D3B5-FEA22AB7C696}"/>
              </a:ext>
            </a:extLst>
          </p:cNvPr>
          <p:cNvCxnSpPr>
            <a:cxnSpLocks/>
          </p:cNvCxnSpPr>
          <p:nvPr/>
        </p:nvCxnSpPr>
        <p:spPr>
          <a:xfrm flipV="1">
            <a:off x="7383783" y="4288553"/>
            <a:ext cx="1905673" cy="5485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7AED78-F20D-010B-DF7A-6144628DA1D2}"/>
                  </a:ext>
                </a:extLst>
              </p:cNvPr>
              <p:cNvSpPr txBox="1"/>
              <p:nvPr/>
            </p:nvSpPr>
            <p:spPr>
              <a:xfrm>
                <a:off x="6692704" y="5006703"/>
                <a:ext cx="4349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7AED78-F20D-010B-DF7A-6144628DA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704" y="5006703"/>
                <a:ext cx="434991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837CB2-228B-8945-8E74-B1B2568A13A7}"/>
                  </a:ext>
                </a:extLst>
              </p:cNvPr>
              <p:cNvSpPr txBox="1"/>
              <p:nvPr/>
            </p:nvSpPr>
            <p:spPr>
              <a:xfrm>
                <a:off x="7892433" y="4148459"/>
                <a:ext cx="3259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837CB2-228B-8945-8E74-B1B2568A1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433" y="4148459"/>
                <a:ext cx="325987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Taisns bultveida savienotājs 24">
            <a:extLst>
              <a:ext uri="{FF2B5EF4-FFF2-40B4-BE49-F238E27FC236}">
                <a16:creationId xmlns:a16="http://schemas.microsoft.com/office/drawing/2014/main" id="{C545CADC-6F7A-A4A0-0B28-38CB02DE78E3}"/>
              </a:ext>
            </a:extLst>
          </p:cNvPr>
          <p:cNvCxnSpPr>
            <a:cxnSpLocks/>
          </p:cNvCxnSpPr>
          <p:nvPr/>
        </p:nvCxnSpPr>
        <p:spPr>
          <a:xfrm flipH="1">
            <a:off x="7068061" y="4866268"/>
            <a:ext cx="315722" cy="12073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Taisns bultveida savienotājs 2">
            <a:extLst>
              <a:ext uri="{FF2B5EF4-FFF2-40B4-BE49-F238E27FC236}">
                <a16:creationId xmlns:a16="http://schemas.microsoft.com/office/drawing/2014/main" id="{7525189E-AB70-CAB4-4654-C4AB29C58514}"/>
              </a:ext>
            </a:extLst>
          </p:cNvPr>
          <p:cNvCxnSpPr>
            <a:cxnSpLocks/>
          </p:cNvCxnSpPr>
          <p:nvPr/>
        </p:nvCxnSpPr>
        <p:spPr>
          <a:xfrm>
            <a:off x="1598105" y="4586750"/>
            <a:ext cx="1633199" cy="7203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Taisns bultveida savienotājs 10">
            <a:extLst>
              <a:ext uri="{FF2B5EF4-FFF2-40B4-BE49-F238E27FC236}">
                <a16:creationId xmlns:a16="http://schemas.microsoft.com/office/drawing/2014/main" id="{7DA5A431-2FAF-5940-A646-D28BC6A4766D}"/>
              </a:ext>
            </a:extLst>
          </p:cNvPr>
          <p:cNvCxnSpPr>
            <a:cxnSpLocks/>
          </p:cNvCxnSpPr>
          <p:nvPr/>
        </p:nvCxnSpPr>
        <p:spPr>
          <a:xfrm>
            <a:off x="7374055" y="4824667"/>
            <a:ext cx="1633199" cy="7203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Taisns bultveida savienotājs 25">
            <a:extLst>
              <a:ext uri="{FF2B5EF4-FFF2-40B4-BE49-F238E27FC236}">
                <a16:creationId xmlns:a16="http://schemas.microsoft.com/office/drawing/2014/main" id="{F551B97F-4892-D760-937A-081BE3F356B6}"/>
              </a:ext>
            </a:extLst>
          </p:cNvPr>
          <p:cNvCxnSpPr>
            <a:cxnSpLocks/>
          </p:cNvCxnSpPr>
          <p:nvPr/>
        </p:nvCxnSpPr>
        <p:spPr>
          <a:xfrm flipH="1">
            <a:off x="8975144" y="4309319"/>
            <a:ext cx="315722" cy="1207362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Taisns bultveida savienotājs 26">
            <a:extLst>
              <a:ext uri="{FF2B5EF4-FFF2-40B4-BE49-F238E27FC236}">
                <a16:creationId xmlns:a16="http://schemas.microsoft.com/office/drawing/2014/main" id="{3A4EC250-07F8-2B6D-6284-1BEF6522F53D}"/>
              </a:ext>
            </a:extLst>
          </p:cNvPr>
          <p:cNvCxnSpPr>
            <a:cxnSpLocks/>
          </p:cNvCxnSpPr>
          <p:nvPr/>
        </p:nvCxnSpPr>
        <p:spPr>
          <a:xfrm flipV="1">
            <a:off x="7073405" y="5521850"/>
            <a:ext cx="1905673" cy="54853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3BBCE8-6B5E-6D1A-CF06-296D8F8AD502}"/>
                  </a:ext>
                </a:extLst>
              </p:cNvPr>
              <p:cNvSpPr txBox="1"/>
              <p:nvPr/>
            </p:nvSpPr>
            <p:spPr>
              <a:xfrm>
                <a:off x="8177826" y="4723989"/>
                <a:ext cx="3175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lv-LV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lv-LV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lv-LV" sz="3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3BBCE8-6B5E-6D1A-CF06-296D8F8AD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826" y="4723989"/>
                <a:ext cx="317586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57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52D8EB0-4D88-0DE9-AAC3-1C2AEDFD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Vektoru saskaitīšanas trijstūra likums</a:t>
            </a:r>
            <a:endParaRPr lang="lv-LV" dirty="0"/>
          </a:p>
        </p:txBody>
      </p:sp>
      <p:pic>
        <p:nvPicPr>
          <p:cNvPr id="6" name="Ekrāna ierakstīšana 5">
            <a:hlinkClick r:id="" action="ppaction://media"/>
            <a:extLst>
              <a:ext uri="{FF2B5EF4-FFF2-40B4-BE49-F238E27FC236}">
                <a16:creationId xmlns:a16="http://schemas.microsoft.com/office/drawing/2014/main" id="{9C6667BB-42FC-5F31-B1FB-7F334DD9BD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90905" y="1690688"/>
            <a:ext cx="5844533" cy="446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70"/>
    </mc:Choice>
    <mc:Fallback xmlns="">
      <p:transition spd="slow" advTm="14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3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99022F1-8AC6-D156-9B39-0D3D395A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Vektoru saskaitīšanas </a:t>
            </a:r>
            <a:r>
              <a:rPr lang="lv-LV" kern="0" dirty="0">
                <a:ea typeface="Times New Roman" panose="02020603050405020304" pitchFamily="18" charset="0"/>
              </a:rPr>
              <a:t>paralelogramma</a:t>
            </a:r>
            <a:r>
              <a:rPr lang="lv-LV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likums</a:t>
            </a:r>
            <a:endParaRPr lang="lv-LV" dirty="0"/>
          </a:p>
        </p:txBody>
      </p:sp>
      <p:pic>
        <p:nvPicPr>
          <p:cNvPr id="4" name="Ekrāna ierakstīšana 3">
            <a:hlinkClick r:id="" action="ppaction://media"/>
            <a:extLst>
              <a:ext uri="{FF2B5EF4-FFF2-40B4-BE49-F238E27FC236}">
                <a16:creationId xmlns:a16="http://schemas.microsoft.com/office/drawing/2014/main" id="{8B7E4CA4-08CB-A953-6C95-50243E3FEA7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2497" end="2734.7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78063" y="1655888"/>
            <a:ext cx="6136363" cy="469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3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79"/>
    </mc:Choice>
    <mc:Fallback xmlns="">
      <p:transition spd="slow" advTm="258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2A8B9403833A1F48959392C1F5ECCA32" ma:contentTypeVersion="15" ma:contentTypeDescription="Izveidot jaunu dokumentu." ma:contentTypeScope="" ma:versionID="130ce3f0e239f9eb06c504e9d0d47fa8">
  <xsd:schema xmlns:xsd="http://www.w3.org/2001/XMLSchema" xmlns:xs="http://www.w3.org/2001/XMLSchema" xmlns:p="http://schemas.microsoft.com/office/2006/metadata/properties" xmlns:ns2="ce8bef9f-a63c-4aa5-8461-abde6ef1b13f" xmlns:ns3="ce3e92db-f657-4333-a51e-06ff60cc8bad" targetNamespace="http://schemas.microsoft.com/office/2006/metadata/properties" ma:root="true" ma:fieldsID="4c852ebde563d404607a7ac3964023bb" ns2:_="" ns3:_="">
    <xsd:import namespace="ce8bef9f-a63c-4aa5-8461-abde6ef1b13f"/>
    <xsd:import namespace="ce3e92db-f657-4333-a51e-06ff60cc8ba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bef9f-a63c-4aa5-8461-abde6ef1b13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a ID vērtība" ma:description="Šim vienumam piešķirtā dokumenta ID vērtība." ma:indexed="true" ma:internalName="_dlc_DocId" ma:readOnly="true">
      <xsd:simpleType>
        <xsd:restriction base="dms:Text"/>
      </xsd:simpleType>
    </xsd:element>
    <xsd:element name="_dlc_DocIdUrl" ma:index="9" nillable="true" ma:displayName="Dokumenta ID" ma:description="Pastāvīga saite uz šo dokumentu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ef032cf2-02b7-4588-bfa3-6fcdddaebe00}" ma:internalName="TaxCatchAll" ma:showField="CatchAllData" ma:web="ce8bef9f-a63c-4aa5-8461-abde6ef1b1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Koplietots 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Koplietots ar: detalizēt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e92db-f657-4333-a51e-06ff60cc8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ttēlu atzīmes" ma:readOnly="false" ma:fieldId="{5cf76f15-5ced-4ddc-b409-7134ff3c332f}" ma:taxonomyMulti="true" ma:sspId="0bc0b185-4452-496b-8675-b05c282237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8bef9f-a63c-4aa5-8461-abde6ef1b13f" xsi:nil="true"/>
    <lcf76f155ced4ddcb4097134ff3c332f xmlns="ce3e92db-f657-4333-a51e-06ff60cc8bad">
      <Terms xmlns="http://schemas.microsoft.com/office/infopath/2007/PartnerControls"/>
    </lcf76f155ced4ddcb4097134ff3c332f>
    <_dlc_DocId xmlns="ce8bef9f-a63c-4aa5-8461-abde6ef1b13f">N7QR5PVYYKY3-1761010946-213306</_dlc_DocId>
    <_dlc_DocIdUrl xmlns="ce8bef9f-a63c-4aa5-8461-abde6ef1b13f">
      <Url>https://universityoflatvia387.sharepoint.com/sites/Neklatienesmatematikasskola/_layouts/15/DocIdRedir.aspx?ID=N7QR5PVYYKY3-1761010946-213306</Url>
      <Description>N7QR5PVYYKY3-1761010946-213306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601AA2-D1A1-45AF-BE33-5ECAE946A98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7F33064E-8175-4752-BC31-CA61B18548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8bef9f-a63c-4aa5-8461-abde6ef1b13f"/>
    <ds:schemaRef ds:uri="ce3e92db-f657-4333-a51e-06ff60cc8b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AC4FDD-94D7-49B3-A7F9-BFDC35E8AEAD}">
  <ds:schemaRefs>
    <ds:schemaRef ds:uri="http://schemas.microsoft.com/office/2006/metadata/properties"/>
    <ds:schemaRef ds:uri="http://schemas.microsoft.com/office/infopath/2007/PartnerControls"/>
    <ds:schemaRef ds:uri="ce8bef9f-a63c-4aa5-8461-abde6ef1b13f"/>
    <ds:schemaRef ds:uri="ce3e92db-f657-4333-a51e-06ff60cc8bad"/>
  </ds:schemaRefs>
</ds:datastoreItem>
</file>

<file path=customXml/itemProps4.xml><?xml version="1.0" encoding="utf-8"?>
<ds:datastoreItem xmlns:ds="http://schemas.openxmlformats.org/officeDocument/2006/customXml" ds:itemID="{A3734F93-D68C-4196-BCBB-CC9E5A9339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410</Words>
  <Application>Microsoft Office PowerPoint</Application>
  <PresentationFormat>Platekrāna</PresentationFormat>
  <Paragraphs>64</Paragraphs>
  <Slides>10</Slides>
  <Notes>0</Notes>
  <HiddenSlides>0</HiddenSlides>
  <MMClips>2</MMClips>
  <ScaleCrop>false</ScaleCrop>
  <HeadingPairs>
    <vt:vector size="6" baseType="variant">
      <vt:variant>
        <vt:lpstr>Lietotie fonti</vt:lpstr>
      </vt:variant>
      <vt:variant>
        <vt:i4>5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Times New Roman</vt:lpstr>
      <vt:lpstr>Office Theme</vt:lpstr>
      <vt:lpstr>Vektoru saskaitīšana ģeometriskā formā</vt:lpstr>
      <vt:lpstr>Kopējais pārvietojums</vt:lpstr>
      <vt:lpstr>Vektoru summa</vt:lpstr>
      <vt:lpstr>Vektoru saskaitīšanas trijstūra likums</vt:lpstr>
      <vt:lpstr>Vektoru saskaitīšanas paralelogramma likums</vt:lpstr>
      <vt:lpstr>PowerPoint prezentācija</vt:lpstr>
      <vt:lpstr>Doti vektori m ⃗ un n ⃗. Uzzīmē vektoru p ⃗=m ⃗+n ⃗.</vt:lpstr>
      <vt:lpstr>Doti vektori m ⃗ un n ⃗. Uzzīmē vektoru p ⃗=m ⃗+n ⃗.</vt:lpstr>
      <vt:lpstr>Vektoru saskaitīšanas trijstūra likums</vt:lpstr>
      <vt:lpstr>Vektoru saskaitīšanas paralelogramma likums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Maruta Avotiņa</dc:creator>
  <cp:lastModifiedBy>Maruta Avotiņa</cp:lastModifiedBy>
  <cp:revision>7</cp:revision>
  <dcterms:created xsi:type="dcterms:W3CDTF">2025-04-11T14:28:34Z</dcterms:created>
  <dcterms:modified xsi:type="dcterms:W3CDTF">2026-04-04T04:17:16Z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0x0101002A8B9403833A1F48959392C1F5ECCA32</vt:lpwstr>
  </property>
  <property fmtid="{D5CDD505-2E9C-101B-9397-08002B2CF9AE}" pid="3" name="_dlc_DocIdItemGuid">
    <vt:lpwstr>e79a0fd3-0fcb-4afb-abfe-8af81d52d2dc</vt:lpwstr>
  </property>
  <property fmtid="{D5CDD505-2E9C-101B-9397-08002B2CF9AE}" pid="4" name="MediaServiceImageTags">
    <vt:lpwstr/>
  </property>
</Properties>
</file>