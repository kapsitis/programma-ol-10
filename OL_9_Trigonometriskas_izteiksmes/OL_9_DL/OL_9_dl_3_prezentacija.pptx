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3" r:id="rId7"/>
    <p:sldId id="264" r:id="rId8"/>
    <p:sldId id="276" r:id="rId9"/>
    <p:sldId id="265" r:id="rId10"/>
    <p:sldId id="266" r:id="rId11"/>
    <p:sldId id="267" r:id="rId12"/>
    <p:sldId id="268" r:id="rId13"/>
    <p:sldId id="269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4384C-24B5-4679-885D-473A13EA0B1E}" v="77" dt="2026-03-08T19:30:08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na" userId="1775134435_tp_dropbox_plus" providerId="OAuth2" clId="{75370C2E-659F-4C1E-9F08-52E5DFAC5905}"/>
    <pc:docChg chg="custSel addSld delSld modSld sldOrd">
      <pc:chgData name="Maruta Avotina" userId="1775134435_tp_dropbox_plus" providerId="OAuth2" clId="{75370C2E-659F-4C1E-9F08-52E5DFAC5905}" dt="2026-03-08T19:30:47.251" v="395" actId="1076"/>
      <pc:docMkLst>
        <pc:docMk/>
      </pc:docMkLst>
      <pc:sldChg chg="modSp mod">
        <pc:chgData name="Maruta Avotina" userId="1775134435_tp_dropbox_plus" providerId="OAuth2" clId="{75370C2E-659F-4C1E-9F08-52E5DFAC5905}" dt="2026-03-08T19:21:40.321" v="228" actId="14100"/>
        <pc:sldMkLst>
          <pc:docMk/>
          <pc:sldMk cId="2108770733" sldId="256"/>
        </pc:sldMkLst>
        <pc:spChg chg="mod">
          <ac:chgData name="Maruta Avotina" userId="1775134435_tp_dropbox_plus" providerId="OAuth2" clId="{75370C2E-659F-4C1E-9F08-52E5DFAC5905}" dt="2026-03-08T19:20:40.631" v="223" actId="20577"/>
          <ac:spMkLst>
            <pc:docMk/>
            <pc:sldMk cId="2108770733" sldId="256"/>
            <ac:spMk id="2" creationId="{68B41901-9BAA-5ACE-2BE5-A617D9473194}"/>
          </ac:spMkLst>
        </pc:spChg>
        <pc:spChg chg="mod">
          <ac:chgData name="Maruta Avotina" userId="1775134435_tp_dropbox_plus" providerId="OAuth2" clId="{75370C2E-659F-4C1E-9F08-52E5DFAC5905}" dt="2026-03-08T19:21:40.321" v="228" actId="14100"/>
          <ac:spMkLst>
            <pc:docMk/>
            <pc:sldMk cId="2108770733" sldId="256"/>
            <ac:spMk id="3" creationId="{AA52183E-A001-5FD1-FEE8-DB27FDDF8B0C}"/>
          </ac:spMkLst>
        </pc:spChg>
        <pc:spChg chg="mod">
          <ac:chgData name="Maruta Avotina" userId="1775134435_tp_dropbox_plus" providerId="OAuth2" clId="{75370C2E-659F-4C1E-9F08-52E5DFAC5905}" dt="2026-03-08T19:20:30.282" v="191" actId="20577"/>
          <ac:spMkLst>
            <pc:docMk/>
            <pc:sldMk cId="2108770733" sldId="256"/>
            <ac:spMk id="5" creationId="{D3B9669C-321B-88A3-E051-C26F4F933812}"/>
          </ac:spMkLst>
        </pc:spChg>
      </pc:sldChg>
      <pc:sldChg chg="addSp delSp modSp mod">
        <pc:chgData name="Maruta Avotina" userId="1775134435_tp_dropbox_plus" providerId="OAuth2" clId="{75370C2E-659F-4C1E-9F08-52E5DFAC5905}" dt="2026-03-08T19:25:49.663" v="285" actId="403"/>
        <pc:sldMkLst>
          <pc:docMk/>
          <pc:sldMk cId="258165868" sldId="263"/>
        </pc:sldMkLst>
        <pc:spChg chg="mod">
          <ac:chgData name="Maruta Avotina" userId="1775134435_tp_dropbox_plus" providerId="OAuth2" clId="{75370C2E-659F-4C1E-9F08-52E5DFAC5905}" dt="2026-03-08T19:21:44.314" v="230" actId="20577"/>
          <ac:spMkLst>
            <pc:docMk/>
            <pc:sldMk cId="258165868" sldId="263"/>
            <ac:spMk id="2" creationId="{11CE1E13-1318-CE13-C034-C7DD221A27D0}"/>
          </ac:spMkLst>
        </pc:spChg>
        <pc:spChg chg="add mod">
          <ac:chgData name="Maruta Avotina" userId="1775134435_tp_dropbox_plus" providerId="OAuth2" clId="{75370C2E-659F-4C1E-9F08-52E5DFAC5905}" dt="2026-03-08T19:22:35.211" v="258" actId="14100"/>
          <ac:spMkLst>
            <pc:docMk/>
            <pc:sldMk cId="258165868" sldId="263"/>
            <ac:spMk id="4" creationId="{FE5F2F8C-0D7A-9C1D-305A-0D9C63DB195E}"/>
          </ac:spMkLst>
        </pc:spChg>
        <pc:spChg chg="del">
          <ac:chgData name="Maruta Avotina" userId="1775134435_tp_dropbox_plus" providerId="OAuth2" clId="{75370C2E-659F-4C1E-9F08-52E5DFAC5905}" dt="2026-03-08T19:21:46.793" v="231" actId="478"/>
          <ac:spMkLst>
            <pc:docMk/>
            <pc:sldMk cId="258165868" sldId="263"/>
            <ac:spMk id="6" creationId="{15311252-602B-8A6E-CFD0-665F1A25E0E7}"/>
          </ac:spMkLst>
        </pc:spChg>
        <pc:spChg chg="del">
          <ac:chgData name="Maruta Avotina" userId="1775134435_tp_dropbox_plus" providerId="OAuth2" clId="{75370C2E-659F-4C1E-9F08-52E5DFAC5905}" dt="2026-03-08T19:21:47.944" v="232" actId="478"/>
          <ac:spMkLst>
            <pc:docMk/>
            <pc:sldMk cId="258165868" sldId="263"/>
            <ac:spMk id="8" creationId="{62873C5A-B8BF-3C5E-3E16-10A142E48AD2}"/>
          </ac:spMkLst>
        </pc:spChg>
        <pc:graphicFrameChg chg="add mod modGraphic">
          <ac:chgData name="Maruta Avotina" userId="1775134435_tp_dropbox_plus" providerId="OAuth2" clId="{75370C2E-659F-4C1E-9F08-52E5DFAC5905}" dt="2026-03-08T19:25:49.663" v="285" actId="403"/>
          <ac:graphicFrameMkLst>
            <pc:docMk/>
            <pc:sldMk cId="258165868" sldId="263"/>
            <ac:graphicFrameMk id="7" creationId="{41239D6E-A7E4-BEF2-8CDD-6F810AB8DCFC}"/>
          </ac:graphicFrameMkLst>
        </pc:graphicFrameChg>
      </pc:sldChg>
      <pc:sldChg chg="addSp modSp add mod">
        <pc:chgData name="Maruta Avotina" userId="1775134435_tp_dropbox_plus" providerId="OAuth2" clId="{75370C2E-659F-4C1E-9F08-52E5DFAC5905}" dt="2026-03-08T19:27:31.271" v="311" actId="14100"/>
        <pc:sldMkLst>
          <pc:docMk/>
          <pc:sldMk cId="1651327202" sldId="264"/>
        </pc:sldMkLst>
        <pc:graphicFrameChg chg="add mod modGraphic">
          <ac:chgData name="Maruta Avotina" userId="1775134435_tp_dropbox_plus" providerId="OAuth2" clId="{75370C2E-659F-4C1E-9F08-52E5DFAC5905}" dt="2026-03-08T19:27:31.271" v="311" actId="14100"/>
          <ac:graphicFrameMkLst>
            <pc:docMk/>
            <pc:sldMk cId="1651327202" sldId="264"/>
            <ac:graphicFrameMk id="3" creationId="{740EAAB2-F472-660A-16D1-1B7EE0D55F08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49.397" v="233" actId="47"/>
        <pc:sldMkLst>
          <pc:docMk/>
          <pc:sldMk cId="3099342661" sldId="264"/>
        </pc:sldMkLst>
      </pc:sldChg>
      <pc:sldChg chg="addSp modSp add mod">
        <pc:chgData name="Maruta Avotina" userId="1775134435_tp_dropbox_plus" providerId="OAuth2" clId="{75370C2E-659F-4C1E-9F08-52E5DFAC5905}" dt="2026-03-08T19:27:12.199" v="306" actId="14100"/>
        <pc:sldMkLst>
          <pc:docMk/>
          <pc:sldMk cId="557975398" sldId="265"/>
        </pc:sldMkLst>
        <pc:graphicFrameChg chg="add mod modGraphic">
          <ac:chgData name="Maruta Avotina" userId="1775134435_tp_dropbox_plus" providerId="OAuth2" clId="{75370C2E-659F-4C1E-9F08-52E5DFAC5905}" dt="2026-03-08T19:27:12.199" v="306" actId="14100"/>
          <ac:graphicFrameMkLst>
            <pc:docMk/>
            <pc:sldMk cId="557975398" sldId="265"/>
            <ac:graphicFrameMk id="3" creationId="{EB0FCB7C-DD8A-D700-5592-DE23BC79EE51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49.793" v="234" actId="47"/>
        <pc:sldMkLst>
          <pc:docMk/>
          <pc:sldMk cId="2383520276" sldId="265"/>
        </pc:sldMkLst>
      </pc:sldChg>
      <pc:sldChg chg="del">
        <pc:chgData name="Maruta Avotina" userId="1775134435_tp_dropbox_plus" providerId="OAuth2" clId="{75370C2E-659F-4C1E-9F08-52E5DFAC5905}" dt="2026-03-08T19:21:50.093" v="235" actId="47"/>
        <pc:sldMkLst>
          <pc:docMk/>
          <pc:sldMk cId="3767890016" sldId="266"/>
        </pc:sldMkLst>
      </pc:sldChg>
      <pc:sldChg chg="addSp modSp add mod">
        <pc:chgData name="Maruta Avotina" userId="1775134435_tp_dropbox_plus" providerId="OAuth2" clId="{75370C2E-659F-4C1E-9F08-52E5DFAC5905}" dt="2026-03-08T19:28:31.328" v="338" actId="14100"/>
        <pc:sldMkLst>
          <pc:docMk/>
          <pc:sldMk cId="3822600992" sldId="266"/>
        </pc:sldMkLst>
        <pc:spChg chg="add mod">
          <ac:chgData name="Maruta Avotina" userId="1775134435_tp_dropbox_plus" providerId="OAuth2" clId="{75370C2E-659F-4C1E-9F08-52E5DFAC5905}" dt="2026-03-08T19:23:32.271" v="265" actId="403"/>
          <ac:spMkLst>
            <pc:docMk/>
            <pc:sldMk cId="3822600992" sldId="266"/>
            <ac:spMk id="4" creationId="{FC0D4F7A-530B-6874-18A1-2E0D3DAB0D33}"/>
          </ac:spMkLst>
        </pc:spChg>
        <pc:graphicFrameChg chg="add mod modGraphic">
          <ac:chgData name="Maruta Avotina" userId="1775134435_tp_dropbox_plus" providerId="OAuth2" clId="{75370C2E-659F-4C1E-9F08-52E5DFAC5905}" dt="2026-03-08T19:28:31.328" v="338" actId="14100"/>
          <ac:graphicFrameMkLst>
            <pc:docMk/>
            <pc:sldMk cId="3822600992" sldId="266"/>
            <ac:graphicFrameMk id="6" creationId="{2CBFB913-7DC4-BDDD-2AB4-03999D8C0D5A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358" v="236" actId="47"/>
        <pc:sldMkLst>
          <pc:docMk/>
          <pc:sldMk cId="567467658" sldId="267"/>
        </pc:sldMkLst>
      </pc:sldChg>
      <pc:sldChg chg="addSp modSp add mod">
        <pc:chgData name="Maruta Avotina" userId="1775134435_tp_dropbox_plus" providerId="OAuth2" clId="{75370C2E-659F-4C1E-9F08-52E5DFAC5905}" dt="2026-03-08T19:29:02.627" v="349" actId="1076"/>
        <pc:sldMkLst>
          <pc:docMk/>
          <pc:sldMk cId="1801510841" sldId="267"/>
        </pc:sldMkLst>
        <pc:graphicFrameChg chg="add mod modGraphic">
          <ac:chgData name="Maruta Avotina" userId="1775134435_tp_dropbox_plus" providerId="OAuth2" clId="{75370C2E-659F-4C1E-9F08-52E5DFAC5905}" dt="2026-03-08T19:29:02.627" v="349" actId="1076"/>
          <ac:graphicFrameMkLst>
            <pc:docMk/>
            <pc:sldMk cId="1801510841" sldId="267"/>
            <ac:graphicFrameMk id="3" creationId="{D9BB4B46-9DB8-57AD-B367-99C29B8607DF}"/>
          </ac:graphicFrameMkLst>
        </pc:graphicFrameChg>
      </pc:sldChg>
      <pc:sldChg chg="addSp modSp add mod">
        <pc:chgData name="Maruta Avotina" userId="1775134435_tp_dropbox_plus" providerId="OAuth2" clId="{75370C2E-659F-4C1E-9F08-52E5DFAC5905}" dt="2026-03-08T19:29:24.410" v="358" actId="120"/>
        <pc:sldMkLst>
          <pc:docMk/>
          <pc:sldMk cId="866755525" sldId="268"/>
        </pc:sldMkLst>
        <pc:graphicFrameChg chg="add mod modGraphic">
          <ac:chgData name="Maruta Avotina" userId="1775134435_tp_dropbox_plus" providerId="OAuth2" clId="{75370C2E-659F-4C1E-9F08-52E5DFAC5905}" dt="2026-03-08T19:29:24.410" v="358" actId="120"/>
          <ac:graphicFrameMkLst>
            <pc:docMk/>
            <pc:sldMk cId="866755525" sldId="268"/>
            <ac:graphicFrameMk id="3" creationId="{B68692C6-9A12-CDB8-E83D-109A32119BA0}"/>
          </ac:graphicFrameMkLst>
        </pc:graphicFrameChg>
      </pc:sldChg>
      <pc:sldChg chg="del">
        <pc:chgData name="Maruta Avotina" userId="1775134435_tp_dropbox_plus" providerId="OAuth2" clId="{75370C2E-659F-4C1E-9F08-52E5DFAC5905}" dt="2026-03-08T19:21:50.603" v="237" actId="47"/>
        <pc:sldMkLst>
          <pc:docMk/>
          <pc:sldMk cId="1415440563" sldId="268"/>
        </pc:sldMkLst>
      </pc:sldChg>
      <pc:sldChg chg="del">
        <pc:chgData name="Maruta Avotina" userId="1775134435_tp_dropbox_plus" providerId="OAuth2" clId="{75370C2E-659F-4C1E-9F08-52E5DFAC5905}" dt="2026-03-08T19:21:50.874" v="238" actId="47"/>
        <pc:sldMkLst>
          <pc:docMk/>
          <pc:sldMk cId="1199201057" sldId="269"/>
        </pc:sldMkLst>
      </pc:sldChg>
      <pc:sldChg chg="addSp modSp add mod">
        <pc:chgData name="Maruta Avotina" userId="1775134435_tp_dropbox_plus" providerId="OAuth2" clId="{75370C2E-659F-4C1E-9F08-52E5DFAC5905}" dt="2026-03-08T19:30:19.462" v="387" actId="1076"/>
        <pc:sldMkLst>
          <pc:docMk/>
          <pc:sldMk cId="3607715508" sldId="269"/>
        </pc:sldMkLst>
        <pc:spChg chg="add mod">
          <ac:chgData name="Maruta Avotina" userId="1775134435_tp_dropbox_plus" providerId="OAuth2" clId="{75370C2E-659F-4C1E-9F08-52E5DFAC5905}" dt="2026-03-08T19:24:28.865" v="272" actId="403"/>
          <ac:spMkLst>
            <pc:docMk/>
            <pc:sldMk cId="3607715508" sldId="269"/>
            <ac:spMk id="4" creationId="{B98304F1-D74C-81A7-AEA9-CBAA397846DD}"/>
          </ac:spMkLst>
        </pc:spChg>
        <pc:graphicFrameChg chg="add mod modGraphic">
          <ac:chgData name="Maruta Avotina" userId="1775134435_tp_dropbox_plus" providerId="OAuth2" clId="{75370C2E-659F-4C1E-9F08-52E5DFAC5905}" dt="2026-03-08T19:30:19.462" v="387" actId="1076"/>
          <ac:graphicFrameMkLst>
            <pc:docMk/>
            <pc:sldMk cId="3607715508" sldId="269"/>
            <ac:graphicFrameMk id="6" creationId="{75D1E9B8-40D4-AC06-DDD0-0AC38710B98A}"/>
          </ac:graphicFrameMkLst>
        </pc:graphicFrameChg>
      </pc:sldChg>
      <pc:sldChg chg="add del">
        <pc:chgData name="Maruta Avotina" userId="1775134435_tp_dropbox_plus" providerId="OAuth2" clId="{75370C2E-659F-4C1E-9F08-52E5DFAC5905}" dt="2026-03-08T19:30:10.441" v="380" actId="47"/>
        <pc:sldMkLst>
          <pc:docMk/>
          <pc:sldMk cId="3642504008" sldId="270"/>
        </pc:sldMkLst>
      </pc:sldChg>
      <pc:sldChg chg="add del">
        <pc:chgData name="Maruta Avotina" userId="1775134435_tp_dropbox_plus" providerId="OAuth2" clId="{75370C2E-659F-4C1E-9F08-52E5DFAC5905}" dt="2026-03-08T19:30:10.879" v="381" actId="47"/>
        <pc:sldMkLst>
          <pc:docMk/>
          <pc:sldMk cId="4249825044" sldId="271"/>
        </pc:sldMkLst>
      </pc:sldChg>
      <pc:sldChg chg="add del">
        <pc:chgData name="Maruta Avotina" userId="1775134435_tp_dropbox_plus" providerId="OAuth2" clId="{75370C2E-659F-4C1E-9F08-52E5DFAC5905}" dt="2026-03-08T19:30:11.293" v="382" actId="47"/>
        <pc:sldMkLst>
          <pc:docMk/>
          <pc:sldMk cId="1841138793" sldId="272"/>
        </pc:sldMkLst>
      </pc:sldChg>
      <pc:sldChg chg="add del">
        <pc:chgData name="Maruta Avotina" userId="1775134435_tp_dropbox_plus" providerId="OAuth2" clId="{75370C2E-659F-4C1E-9F08-52E5DFAC5905}" dt="2026-03-08T19:30:11.693" v="383" actId="47"/>
        <pc:sldMkLst>
          <pc:docMk/>
          <pc:sldMk cId="1249497204" sldId="273"/>
        </pc:sldMkLst>
      </pc:sldChg>
      <pc:sldChg chg="add del">
        <pc:chgData name="Maruta Avotina" userId="1775134435_tp_dropbox_plus" providerId="OAuth2" clId="{75370C2E-659F-4C1E-9F08-52E5DFAC5905}" dt="2026-03-08T19:30:12.121" v="384" actId="47"/>
        <pc:sldMkLst>
          <pc:docMk/>
          <pc:sldMk cId="339351026" sldId="274"/>
        </pc:sldMkLst>
      </pc:sldChg>
      <pc:sldChg chg="add del">
        <pc:chgData name="Maruta Avotina" userId="1775134435_tp_dropbox_plus" providerId="OAuth2" clId="{75370C2E-659F-4C1E-9F08-52E5DFAC5905}" dt="2026-03-08T19:30:12.754" v="385" actId="47"/>
        <pc:sldMkLst>
          <pc:docMk/>
          <pc:sldMk cId="1037396885" sldId="275"/>
        </pc:sldMkLst>
      </pc:sldChg>
      <pc:sldChg chg="modSp add mod">
        <pc:chgData name="Maruta Avotina" userId="1775134435_tp_dropbox_plus" providerId="OAuth2" clId="{75370C2E-659F-4C1E-9F08-52E5DFAC5905}" dt="2026-03-08T19:27:46.788" v="316" actId="14100"/>
        <pc:sldMkLst>
          <pc:docMk/>
          <pc:sldMk cId="597945515" sldId="276"/>
        </pc:sldMkLst>
        <pc:graphicFrameChg chg="mod modGraphic">
          <ac:chgData name="Maruta Avotina" userId="1775134435_tp_dropbox_plus" providerId="OAuth2" clId="{75370C2E-659F-4C1E-9F08-52E5DFAC5905}" dt="2026-03-08T19:27:46.788" v="316" actId="14100"/>
          <ac:graphicFrameMkLst>
            <pc:docMk/>
            <pc:sldMk cId="597945515" sldId="276"/>
            <ac:graphicFrameMk id="3" creationId="{C2059D01-88FE-FB30-08CB-D6C578991CE7}"/>
          </ac:graphicFrameMkLst>
        </pc:graphicFrameChg>
      </pc:sldChg>
      <pc:sldChg chg="delSp modSp add mod">
        <pc:chgData name="Maruta Avotina" userId="1775134435_tp_dropbox_plus" providerId="OAuth2" clId="{75370C2E-659F-4C1E-9F08-52E5DFAC5905}" dt="2026-03-08T19:30:47.251" v="395" actId="1076"/>
        <pc:sldMkLst>
          <pc:docMk/>
          <pc:sldMk cId="2741439145" sldId="277"/>
        </pc:sldMkLst>
        <pc:spChg chg="del">
          <ac:chgData name="Maruta Avotina" userId="1775134435_tp_dropbox_plus" providerId="OAuth2" clId="{75370C2E-659F-4C1E-9F08-52E5DFAC5905}" dt="2026-03-08T19:30:31.992" v="391" actId="478"/>
          <ac:spMkLst>
            <pc:docMk/>
            <pc:sldMk cId="2741439145" sldId="277"/>
            <ac:spMk id="4" creationId="{87317E13-E3EB-D45A-F7DB-43C43B1EED3C}"/>
          </ac:spMkLst>
        </pc:spChg>
        <pc:graphicFrameChg chg="mod modGraphic">
          <ac:chgData name="Maruta Avotina" userId="1775134435_tp_dropbox_plus" providerId="OAuth2" clId="{75370C2E-659F-4C1E-9F08-52E5DFAC5905}" dt="2026-03-08T19:30:47.251" v="395" actId="1076"/>
          <ac:graphicFrameMkLst>
            <pc:docMk/>
            <pc:sldMk cId="2741439145" sldId="277"/>
            <ac:graphicFrameMk id="6" creationId="{D8F678D5-DEF4-F76A-5542-A46436367A31}"/>
          </ac:graphicFrameMkLst>
        </pc:graphicFrameChg>
      </pc:sldChg>
      <pc:sldChg chg="delSp modSp add mod">
        <pc:chgData name="Maruta Avotina" userId="1775134435_tp_dropbox_plus" providerId="OAuth2" clId="{75370C2E-659F-4C1E-9F08-52E5DFAC5905}" dt="2026-03-08T19:30:41.037" v="394" actId="1076"/>
        <pc:sldMkLst>
          <pc:docMk/>
          <pc:sldMk cId="4224463754" sldId="278"/>
        </pc:sldMkLst>
        <pc:spChg chg="del">
          <ac:chgData name="Maruta Avotina" userId="1775134435_tp_dropbox_plus" providerId="OAuth2" clId="{75370C2E-659F-4C1E-9F08-52E5DFAC5905}" dt="2026-03-08T19:30:36.152" v="392" actId="478"/>
          <ac:spMkLst>
            <pc:docMk/>
            <pc:sldMk cId="4224463754" sldId="278"/>
            <ac:spMk id="4" creationId="{3F160C71-659D-BC8B-2A00-7914DCDAD99D}"/>
          </ac:spMkLst>
        </pc:spChg>
        <pc:graphicFrameChg chg="mod modGraphic">
          <ac:chgData name="Maruta Avotina" userId="1775134435_tp_dropbox_plus" providerId="OAuth2" clId="{75370C2E-659F-4C1E-9F08-52E5DFAC5905}" dt="2026-03-08T19:30:41.037" v="394" actId="1076"/>
          <ac:graphicFrameMkLst>
            <pc:docMk/>
            <pc:sldMk cId="4224463754" sldId="278"/>
            <ac:graphicFrameMk id="6" creationId="{579344A6-51D0-E385-33E3-57D5502E461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Argumentu saskaitīšanas formulas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10373032" cy="1118807"/>
          </a:xfrm>
        </p:spPr>
        <p:txBody>
          <a:bodyPr/>
          <a:lstStyle/>
          <a:p>
            <a:pPr algn="l" fontAlgn="base"/>
            <a:r>
              <a:rPr lang="lv-LV" dirty="0"/>
              <a:t>Lieto argumentu saskaitīšanas formulas trigonometrisko izteiksmju vērtību aprēķināšanai un vienkāršošanai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F2F8C-0D7A-9C1D-305A-0D9C63DB195E}"/>
              </a:ext>
            </a:extLst>
          </p:cNvPr>
          <p:cNvSpPr txBox="1"/>
          <p:nvPr/>
        </p:nvSpPr>
        <p:spPr>
          <a:xfrm>
            <a:off x="226139" y="590892"/>
            <a:ext cx="9094323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Pārveido izteiksmi, lietojot argumentu saskaitīšanas formulas!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ula 6">
                <a:extLst>
                  <a:ext uri="{FF2B5EF4-FFF2-40B4-BE49-F238E27FC236}">
                    <a16:creationId xmlns:a16="http://schemas.microsoft.com/office/drawing/2014/main" id="{41239D6E-A7E4-BEF2-8CDD-6F810AB8DC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0298594"/>
                  </p:ext>
                </p:extLst>
              </p:nvPr>
            </p:nvGraphicFramePr>
            <p:xfrm>
              <a:off x="645270" y="1616842"/>
              <a:ext cx="6840220" cy="425301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01888042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183503507"/>
                        </a:ext>
                      </a:extLst>
                    </a:gridCol>
                  </a:tblGrid>
                  <a:tr h="2126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(30°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+45°)=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0044173"/>
                      </a:ext>
                    </a:extLst>
                  </a:tr>
                  <a:tr h="2126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15°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558273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ula 6">
                <a:extLst>
                  <a:ext uri="{FF2B5EF4-FFF2-40B4-BE49-F238E27FC236}">
                    <a16:creationId xmlns:a16="http://schemas.microsoft.com/office/drawing/2014/main" id="{41239D6E-A7E4-BEF2-8CDD-6F810AB8DC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0298594"/>
                  </p:ext>
                </p:extLst>
              </p:nvPr>
            </p:nvGraphicFramePr>
            <p:xfrm>
              <a:off x="645270" y="1616842"/>
              <a:ext cx="6840220" cy="425301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801888042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183503507"/>
                        </a:ext>
                      </a:extLst>
                    </a:gridCol>
                  </a:tblGrid>
                  <a:tr h="2126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51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44173"/>
                      </a:ext>
                    </a:extLst>
                  </a:tr>
                  <a:tr h="212650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05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8273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FC42-DE5D-D11A-9EB3-C15CCF9C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A285C2-D1F1-8956-87CD-4B481F45DB1B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0DD85-6EC4-C53D-44BF-E6503444661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740EAAB2-F472-660A-16D1-1B7EE0D55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862236"/>
                  </p:ext>
                </p:extLst>
              </p:nvPr>
            </p:nvGraphicFramePr>
            <p:xfrm>
              <a:off x="640613" y="946522"/>
              <a:ext cx="6840220" cy="501182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25059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105°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4365499"/>
                      </a:ext>
                    </a:extLst>
                  </a:tr>
                  <a:tr h="25059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(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+60°)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94559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740EAAB2-F472-660A-16D1-1B7EE0D55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862236"/>
                  </p:ext>
                </p:extLst>
              </p:nvPr>
            </p:nvGraphicFramePr>
            <p:xfrm>
              <a:off x="640613" y="946522"/>
              <a:ext cx="6840220" cy="501182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25059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4369" b="-99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365499"/>
                      </a:ext>
                    </a:extLst>
                  </a:tr>
                  <a:tr h="25059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04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94559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132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8C8E-9117-C465-2A3F-5B2734B9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B937EB-1F4A-BD12-67B5-7EB4B76FEACA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048D9-9170-F70C-47CF-65A1CBC4111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2059D01-88FE-FB30-08CB-D6C578991C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691729"/>
                  </p:ext>
                </p:extLst>
              </p:nvPr>
            </p:nvGraphicFramePr>
            <p:xfrm>
              <a:off x="512793" y="936689"/>
              <a:ext cx="6840220" cy="520847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198149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(30°+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9971453"/>
                      </a:ext>
                    </a:extLst>
                  </a:tr>
                  <a:tr h="322697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lv-LV" sz="2800" kern="100">
                                                <a:effectLst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lv-LV" sz="2800" kern="0">
                                                <a:effectLst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lv-LV" sz="2800" kern="0">
                                                <a:effectLst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−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973646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2059D01-88FE-FB30-08CB-D6C578991C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691729"/>
                  </p:ext>
                </p:extLst>
              </p:nvPr>
            </p:nvGraphicFramePr>
            <p:xfrm>
              <a:off x="512793" y="936689"/>
              <a:ext cx="6840220" cy="520847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198149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5215" b="-1625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971453"/>
                      </a:ext>
                    </a:extLst>
                  </a:tr>
                  <a:tr h="322697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647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73646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794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4208-CF8B-B276-083F-727AA533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8FE55B-FE38-FDA5-B6A0-E2F0C1A03B59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0716E-B382-90B8-E453-D2C0E9C93F2F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EB0FCB7C-DD8A-D700-5592-DE23BC79EE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646944"/>
                  </p:ext>
                </p:extLst>
              </p:nvPr>
            </p:nvGraphicFramePr>
            <p:xfrm>
              <a:off x="611116" y="828534"/>
              <a:ext cx="6840220" cy="496266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24813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(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𝛼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𝛽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𝛼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8857580"/>
                      </a:ext>
                    </a:extLst>
                  </a:tr>
                  <a:tr h="24813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100" dirty="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8.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𝛼</m:t>
                                    </m:r>
                                    <m: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  <m: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lv-LV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lv-LV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lv-LV" sz="2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𝛼</m:t>
                                        </m:r>
                                        <m:r>
                                          <a:rPr lang="lv-LV" sz="2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r>
                                          <a:rPr lang="lv-LV" sz="2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lv-LV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376437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EB0FCB7C-DD8A-D700-5592-DE23BC79EE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646944"/>
                  </p:ext>
                </p:extLst>
              </p:nvPr>
            </p:nvGraphicFramePr>
            <p:xfrm>
              <a:off x="611116" y="828534"/>
              <a:ext cx="6840220" cy="496266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1197515286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949509921"/>
                        </a:ext>
                      </a:extLst>
                    </a:gridCol>
                  </a:tblGrid>
                  <a:tr h="24813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4167" b="-997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8857580"/>
                      </a:ext>
                    </a:extLst>
                  </a:tr>
                  <a:tr h="24813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100" dirty="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8.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044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76437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797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C697F-1F88-D6CC-05F0-F71D44F3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3E3982-0996-CDD7-4B17-10F243CB4036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01F3F-79D2-6D15-F917-4E09550ADCA1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D4F7A-530B-6874-18A1-2E0D3DAB0D33}"/>
              </a:ext>
            </a:extLst>
          </p:cNvPr>
          <p:cNvSpPr txBox="1"/>
          <p:nvPr/>
        </p:nvSpPr>
        <p:spPr>
          <a:xfrm>
            <a:off x="449179" y="590892"/>
            <a:ext cx="6096000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Vienkāršo!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2CBFB913-7DC4-BDDD-2AB4-03999D8C0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225135"/>
                  </p:ext>
                </p:extLst>
              </p:nvPr>
            </p:nvGraphicFramePr>
            <p:xfrm>
              <a:off x="526024" y="1329894"/>
              <a:ext cx="10088330" cy="47661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17250003"/>
                        </a:ext>
                      </a:extLst>
                    </a:gridCol>
                    <a:gridCol w="9476330">
                      <a:extLst>
                        <a:ext uri="{9D8B030D-6E8A-4147-A177-3AD203B41FA5}">
                          <a16:colId xmlns:a16="http://schemas.microsoft.com/office/drawing/2014/main" val="534559829"/>
                        </a:ext>
                      </a:extLst>
                    </a:gridCol>
                  </a:tblGrid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24°∙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6°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24°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6°</m:t>
                                        </m:r>
                                      </m:e>
                                    </m:func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32852338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07369468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80°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80°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20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°=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98872705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40°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10°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40°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20°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285780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2CBFB913-7DC4-BDDD-2AB4-03999D8C0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225135"/>
                  </p:ext>
                </p:extLst>
              </p:nvPr>
            </p:nvGraphicFramePr>
            <p:xfrm>
              <a:off x="526024" y="1329894"/>
              <a:ext cx="10088330" cy="476610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17250003"/>
                        </a:ext>
                      </a:extLst>
                    </a:gridCol>
                    <a:gridCol w="9476330">
                      <a:extLst>
                        <a:ext uri="{9D8B030D-6E8A-4147-A177-3AD203B41FA5}">
                          <a16:colId xmlns:a16="http://schemas.microsoft.com/office/drawing/2014/main" val="534559829"/>
                        </a:ext>
                      </a:extLst>
                    </a:gridCol>
                  </a:tblGrid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427" t="-9184" b="-298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852338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427" t="-109744" b="-20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7369468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427" t="-208673" b="-99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72705"/>
                      </a:ext>
                    </a:extLst>
                  </a:tr>
                  <a:tr h="119152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427" t="-3102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578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260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F3DF-D794-248D-EC7A-789B7B1E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1F659F-6F39-68AF-0C21-B867869FFC7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092DEC-7832-5304-E83E-AA4F86241CD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D9BB4B46-9DB8-57AD-B367-99C29B860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572451"/>
                  </p:ext>
                </p:extLst>
              </p:nvPr>
            </p:nvGraphicFramePr>
            <p:xfrm>
              <a:off x="453800" y="984798"/>
              <a:ext cx="6840220" cy="524885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778479129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3917199125"/>
                        </a:ext>
                      </a:extLst>
                    </a:gridCol>
                  </a:tblGrid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 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3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5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3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=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22977187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2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=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88844856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6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6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=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97778163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7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=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529610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D9BB4B46-9DB8-57AD-B367-99C29B860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572451"/>
                  </p:ext>
                </p:extLst>
              </p:nvPr>
            </p:nvGraphicFramePr>
            <p:xfrm>
              <a:off x="453800" y="984798"/>
              <a:ext cx="6840220" cy="524885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778479129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3917199125"/>
                        </a:ext>
                      </a:extLst>
                    </a:gridCol>
                  </a:tblGrid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7870" b="-299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2977187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08372" b="-2004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8844856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207407" b="-99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7778163"/>
                      </a:ext>
                    </a:extLst>
                  </a:tr>
                  <a:tr h="1312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30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29610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151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F870-1CAA-46DF-725B-AAAFBEA3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090A3C-09C5-C22C-F59E-9B420DC086C3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E3D19-22EA-DC3E-7059-6BDC11A58A9B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B68692C6-9A12-CDB8-E83D-109A32119B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783816"/>
                  </p:ext>
                </p:extLst>
              </p:nvPr>
            </p:nvGraphicFramePr>
            <p:xfrm>
              <a:off x="591452" y="1150941"/>
              <a:ext cx="6840220" cy="375535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974779210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535292559"/>
                        </a:ext>
                      </a:extLst>
                    </a:gridCol>
                  </a:tblGrid>
                  <a:tr h="18776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4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4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=</m:t>
                                        </m:r>
                                      </m:e>
                                    </m:func>
                                  </m:e>
                                </m:func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11341868"/>
                      </a:ext>
                    </a:extLst>
                  </a:tr>
                  <a:tr h="18776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5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∙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800" kern="0">
                                        <a:effectLst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800" kern="0">
                                        <a:effectLst/>
                                      </a:rPr>
                                      <m:t>2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393586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B68692C6-9A12-CDB8-E83D-109A32119B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783816"/>
                  </p:ext>
                </p:extLst>
              </p:nvPr>
            </p:nvGraphicFramePr>
            <p:xfrm>
              <a:off x="591452" y="1150941"/>
              <a:ext cx="6840220" cy="375535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591306">
                      <a:extLst>
                        <a:ext uri="{9D8B030D-6E8A-4147-A177-3AD203B41FA5}">
                          <a16:colId xmlns:a16="http://schemas.microsoft.com/office/drawing/2014/main" val="2974779210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1535292559"/>
                        </a:ext>
                      </a:extLst>
                    </a:gridCol>
                  </a:tblGrid>
                  <a:tr h="18776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5502" b="-99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1341868"/>
                      </a:ext>
                    </a:extLst>
                  </a:tr>
                  <a:tr h="18776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454" t="-105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3586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6675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501E-B348-D4DB-82A2-9B143BF5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E1816-6CFC-7911-1480-5AC6DF38912B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50D9F7-822C-AFFB-F8A5-FB0AF579594E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304F1-D74C-81A7-AEA9-CBAA397846DD}"/>
              </a:ext>
            </a:extLst>
          </p:cNvPr>
          <p:cNvSpPr txBox="1"/>
          <p:nvPr/>
        </p:nvSpPr>
        <p:spPr>
          <a:xfrm>
            <a:off x="401052" y="590892"/>
            <a:ext cx="6096000" cy="47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None/>
            </a:pPr>
            <a:r>
              <a:rPr lang="lv-LV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</a:t>
            </a:r>
            <a:r>
              <a:rPr lang="lv-LV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Vienkāršo!</a:t>
            </a:r>
            <a:endParaRPr lang="lv-LV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75D1E9B8-40D4-AC06-DDD0-0AC38710B9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529629"/>
                  </p:ext>
                </p:extLst>
              </p:nvPr>
            </p:nvGraphicFramePr>
            <p:xfrm>
              <a:off x="621609" y="1526127"/>
              <a:ext cx="5311039" cy="130961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30961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4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4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extLst>
                      <a:ext uri="{0D108BD9-81ED-4DB2-BD59-A6C34878D82A}">
                        <a16:rowId xmlns:a16="http://schemas.microsoft.com/office/drawing/2014/main" val="3425498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75D1E9B8-40D4-AC06-DDD0-0AC38710B9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529629"/>
                  </p:ext>
                </p:extLst>
              </p:nvPr>
            </p:nvGraphicFramePr>
            <p:xfrm>
              <a:off x="621609" y="1526127"/>
              <a:ext cx="5311039" cy="130961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30961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51175" marR="51175" marT="0" marB="0">
                        <a:blipFill>
                          <a:blip r:embed="rId2"/>
                          <a:stretch>
                            <a:fillRect l="-13969" t="-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5498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771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2516-9634-D1DB-623F-1A981A7D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E5AA0D-EA45-28FC-CF69-D5C0C3F0123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1F9A9-901F-3559-16E5-9C29937B147D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D8F678D5-DEF4-F76A-5542-A46436367A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231178"/>
                  </p:ext>
                </p:extLst>
              </p:nvPr>
            </p:nvGraphicFramePr>
            <p:xfrm>
              <a:off x="621609" y="1019490"/>
              <a:ext cx="5311039" cy="145044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5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5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extLst>
                      <a:ext uri="{0D108BD9-81ED-4DB2-BD59-A6C34878D82A}">
                        <a16:rowId xmlns:a16="http://schemas.microsoft.com/office/drawing/2014/main" val="479732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D8F678D5-DEF4-F76A-5542-A46436367A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231178"/>
                  </p:ext>
                </p:extLst>
              </p:nvPr>
            </p:nvGraphicFramePr>
            <p:xfrm>
              <a:off x="621609" y="1019490"/>
              <a:ext cx="5311039" cy="145044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51175" marR="51175" marT="0" marB="0">
                        <a:blipFill>
                          <a:blip r:embed="rId2"/>
                          <a:stretch>
                            <a:fillRect l="-13969" t="-7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9732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143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15FC-49C0-6A9B-740A-0C848057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3DAF99-7B48-F88C-B6F5-C49F7B176049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5480E-6841-A270-9C71-FBD4E9A6F11D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9. temats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579344A6-51D0-E385-33E3-57D5502E4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816277"/>
                  </p:ext>
                </p:extLst>
              </p:nvPr>
            </p:nvGraphicFramePr>
            <p:xfrm>
              <a:off x="542950" y="1058273"/>
              <a:ext cx="5311039" cy="145044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3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lv-LV" sz="2800" kern="100">
                                            <a:effectLst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sz="2800" kern="0">
                                            <a:effectLst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3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extLst>
                      <a:ext uri="{0D108BD9-81ED-4DB2-BD59-A6C34878D82A}">
                        <a16:rowId xmlns:a16="http://schemas.microsoft.com/office/drawing/2014/main" val="13329364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ula 5">
                <a:extLst>
                  <a:ext uri="{FF2B5EF4-FFF2-40B4-BE49-F238E27FC236}">
                    <a16:creationId xmlns:a16="http://schemas.microsoft.com/office/drawing/2014/main" id="{579344A6-51D0-E385-33E3-57D5502E4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816277"/>
                  </p:ext>
                </p:extLst>
              </p:nvPr>
            </p:nvGraphicFramePr>
            <p:xfrm>
              <a:off x="542950" y="1058273"/>
              <a:ext cx="5311039" cy="145044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444744413"/>
                        </a:ext>
                      </a:extLst>
                    </a:gridCol>
                    <a:gridCol w="4663039">
                      <a:extLst>
                        <a:ext uri="{9D8B030D-6E8A-4147-A177-3AD203B41FA5}">
                          <a16:colId xmlns:a16="http://schemas.microsoft.com/office/drawing/2014/main" val="2731381542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1175" marR="51175" marT="0" marB="0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51175" marR="51175" marT="0" marB="0">
                        <a:blipFill>
                          <a:blip r:embed="rId2"/>
                          <a:stretch>
                            <a:fillRect l="-13838" t="-7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29364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4463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N7QR5PVYYKY3-1761010946-213759</_dlc_DocId>
    <_dlc_DocIdUrl xmlns="ce8bef9f-a63c-4aa5-8461-abde6ef1b13f">
      <Url>https://universityoflatvia387.sharepoint.com/sites/Neklatienesmatematikasskola/_layouts/15/DocIdRedir.aspx?ID=N7QR5PVYYKY3-1761010946-213759</Url>
      <Description>N7QR5PVYYKY3-1761010946-213759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2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CE3D79F-4DF7-4A44-B6EB-2601CE2E1610}"/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448</Words>
  <Application>Microsoft Office PowerPoint</Application>
  <PresentationFormat>Platekrāna</PresentationFormat>
  <Paragraphs>69</Paragraphs>
  <Slides>11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4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Argumentu saskaitīšanas formulas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2026-03-08T19:30:51Z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55b56a33-8607-4baf-99c6-e11219f5b466</vt:lpwstr>
  </property>
</Properties>
</file>