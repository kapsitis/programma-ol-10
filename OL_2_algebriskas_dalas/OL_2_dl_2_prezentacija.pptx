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56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D8BBEE-ECCD-44F9-BA32-6E4DCB7CC734}" v="18" dt="2026-03-29T16:42:18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Gaišs stils 2 - izcēlums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Vidējs stils 2 - izcēlum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ila, režģa tabu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uta Avotiņa" userId="5ee6cc93-0b56-4a1a-9942-306bf2cf4d6f" providerId="ADAL" clId="{75370C2E-659F-4C1E-9F08-52E5DFAC5905}"/>
    <pc:docChg chg="delSld modSld">
      <pc:chgData name="Maruta Avotiņa" userId="5ee6cc93-0b56-4a1a-9942-306bf2cf4d6f" providerId="ADAL" clId="{75370C2E-659F-4C1E-9F08-52E5DFAC5905}" dt="2026-03-29T16:42:35.088" v="133" actId="20577"/>
      <pc:docMkLst>
        <pc:docMk/>
      </pc:docMkLst>
      <pc:sldChg chg="modSp mod">
        <pc:chgData name="Maruta Avotiņa" userId="5ee6cc93-0b56-4a1a-9942-306bf2cf4d6f" providerId="ADAL" clId="{75370C2E-659F-4C1E-9F08-52E5DFAC5905}" dt="2026-03-29T16:42:35.088" v="133" actId="20577"/>
        <pc:sldMkLst>
          <pc:docMk/>
          <pc:sldMk cId="2108770733" sldId="256"/>
        </pc:sldMkLst>
        <pc:spChg chg="mod">
          <ac:chgData name="Maruta Avotiņa" userId="5ee6cc93-0b56-4a1a-9942-306bf2cf4d6f" providerId="ADAL" clId="{75370C2E-659F-4C1E-9F08-52E5DFAC5905}" dt="2026-03-29T16:39:21.188" v="32" actId="20577"/>
          <ac:spMkLst>
            <pc:docMk/>
            <pc:sldMk cId="2108770733" sldId="256"/>
            <ac:spMk id="2" creationId="{68B41901-9BAA-5ACE-2BE5-A617D9473194}"/>
          </ac:spMkLst>
        </pc:spChg>
        <pc:spChg chg="mod">
          <ac:chgData name="Maruta Avotiņa" userId="5ee6cc93-0b56-4a1a-9942-306bf2cf4d6f" providerId="ADAL" clId="{75370C2E-659F-4C1E-9F08-52E5DFAC5905}" dt="2026-03-29T16:39:50.606" v="91" actId="6549"/>
          <ac:spMkLst>
            <pc:docMk/>
            <pc:sldMk cId="2108770733" sldId="256"/>
            <ac:spMk id="3" creationId="{AA52183E-A001-5FD1-FEE8-DB27FDDF8B0C}"/>
          </ac:spMkLst>
        </pc:spChg>
        <pc:spChg chg="mod">
          <ac:chgData name="Maruta Avotiņa" userId="5ee6cc93-0b56-4a1a-9942-306bf2cf4d6f" providerId="ADAL" clId="{75370C2E-659F-4C1E-9F08-52E5DFAC5905}" dt="2026-03-29T16:42:35.088" v="133" actId="20577"/>
          <ac:spMkLst>
            <pc:docMk/>
            <pc:sldMk cId="2108770733" sldId="256"/>
            <ac:spMk id="5" creationId="{D3B9669C-321B-88A3-E051-C26F4F933812}"/>
          </ac:spMkLst>
        </pc:spChg>
      </pc:sldChg>
      <pc:sldChg chg="addSp modSp mod">
        <pc:chgData name="Maruta Avotiņa" userId="5ee6cc93-0b56-4a1a-9942-306bf2cf4d6f" providerId="ADAL" clId="{75370C2E-659F-4C1E-9F08-52E5DFAC5905}" dt="2026-03-29T16:42:18.737" v="130"/>
        <pc:sldMkLst>
          <pc:docMk/>
          <pc:sldMk cId="4129841414" sldId="261"/>
        </pc:sldMkLst>
        <pc:graphicFrameChg chg="add mod modGraphic">
          <ac:chgData name="Maruta Avotiņa" userId="5ee6cc93-0b56-4a1a-9942-306bf2cf4d6f" providerId="ADAL" clId="{75370C2E-659F-4C1E-9F08-52E5DFAC5905}" dt="2026-03-29T16:42:18.737" v="130"/>
          <ac:graphicFrameMkLst>
            <pc:docMk/>
            <pc:sldMk cId="4129841414" sldId="261"/>
            <ac:graphicFrameMk id="3" creationId="{113FF54A-EA83-9C42-87AD-D3987A337B10}"/>
          </ac:graphicFrameMkLst>
        </pc:graphicFrameChg>
      </pc:sldChg>
      <pc:sldChg chg="del">
        <pc:chgData name="Maruta Avotiņa" userId="5ee6cc93-0b56-4a1a-9942-306bf2cf4d6f" providerId="ADAL" clId="{75370C2E-659F-4C1E-9F08-52E5DFAC5905}" dt="2026-03-29T16:38:22.575" v="0" actId="47"/>
        <pc:sldMkLst>
          <pc:docMk/>
          <pc:sldMk cId="1332238948" sldId="264"/>
        </pc:sldMkLst>
      </pc:sldChg>
      <pc:sldChg chg="del">
        <pc:chgData name="Maruta Avotiņa" userId="5ee6cc93-0b56-4a1a-9942-306bf2cf4d6f" providerId="ADAL" clId="{75370C2E-659F-4C1E-9F08-52E5DFAC5905}" dt="2026-03-29T16:38:23.492" v="1" actId="47"/>
        <pc:sldMkLst>
          <pc:docMk/>
          <pc:sldMk cId="852297931" sldId="265"/>
        </pc:sldMkLst>
      </pc:sldChg>
      <pc:sldChg chg="del">
        <pc:chgData name="Maruta Avotiņa" userId="5ee6cc93-0b56-4a1a-9942-306bf2cf4d6f" providerId="ADAL" clId="{75370C2E-659F-4C1E-9F08-52E5DFAC5905}" dt="2026-03-29T16:38:24.580" v="2" actId="47"/>
        <pc:sldMkLst>
          <pc:docMk/>
          <pc:sldMk cId="1166243532" sldId="266"/>
        </pc:sldMkLst>
      </pc:sldChg>
      <pc:sldChg chg="del">
        <pc:chgData name="Maruta Avotiņa" userId="5ee6cc93-0b56-4a1a-9942-306bf2cf4d6f" providerId="ADAL" clId="{75370C2E-659F-4C1E-9F08-52E5DFAC5905}" dt="2026-03-29T16:38:26.105" v="3" actId="47"/>
        <pc:sldMkLst>
          <pc:docMk/>
          <pc:sldMk cId="3740616916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A7D8F-FC28-9612-2C11-C7A689374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1E0CC-2951-5D91-45AD-874B9F398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6C5D9-F22E-2BE2-5BA2-4AE6B30A4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2F2A1-BD63-8F61-FF8A-65ADE44E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2C804-2D48-5CA9-FAF1-4984B77C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73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3E6B-884E-2CF3-4BDF-E784C5A3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5938-4BB5-3754-B194-193766BC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1C3162-FE4F-B62C-7707-F3620C45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1A259-9AB7-9CF9-9C53-56B68B4A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9B66D-DA7A-1488-7CB6-36757D9EE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1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B25E7-DAE5-BE3B-CE5F-FB005DAB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41F4C-1857-9D46-3CB0-5C3A1BBF0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225B-31F4-0A33-B8FB-C62A9E60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3B337-95CE-E6C1-F2F0-C777D0C2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50D0D-522B-CC65-B9ED-F7CAD94F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E481-3E5E-379B-A540-02A6A483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2BA3-B89F-A671-7F7F-1AC2845B9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A7590-9A45-BB78-781E-DD67AA5B9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0BF44-FF8F-BB7C-5D8F-8929492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EB70-AB82-8F58-3C06-8319BADD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F80AC-0C82-7944-CF24-2BED284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83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E91A-54F8-093E-ED9A-D1E80B0ED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0F209-A670-B48B-E826-E47921F38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0DB64-53B1-1F9F-9161-46E53661A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CF82C-FCC5-86C1-3F5A-A49E479FF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E7C28D-4CA3-166B-EA35-B270955060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3250-11DE-67E4-64D5-9FFB21C6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4130F-E807-7A35-AC14-133BF46B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724577-9A7B-CED8-B1F5-8EF2659DA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77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B95BF-AE98-666C-2D13-8795476A5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B99AD2-9E25-772A-C35B-382C1B24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8F8BD-D779-E4D5-060A-043F96E9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D5CF7-D7BF-86C4-6D83-2C45B071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09F82-DD01-002B-065D-74DB4929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3CB18A-C0CA-B5D8-4FBF-E1449B29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53886-CD08-D560-DDA8-C9592D3B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1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7356D-D7FC-3E9C-C450-F10D1284A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9D71-0E25-8964-3AEC-3CED1EF79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6AAAC9-B563-387E-C1DD-A7BEAD50E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E4573-26CB-A1F1-54B3-2F3F43A0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1F4E0-0C48-756F-25EA-EF36393DF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7D9AC-A162-3791-F437-2EAECB40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6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B76-09B3-836E-77D7-4E00E94F5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02D08-DE89-3B11-676E-EA9EC5076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501D6-4D6B-24FE-2DCA-5844CC7569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65D374-2B3D-554F-84F1-44A3F7FDE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7A32A-973D-1BF3-9230-22D7144DA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97F86-03C1-920D-B3B1-5DBE3184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3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6CA06-83F5-5E00-35B8-740B6AE48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7A3CC-0AC6-2D91-62E9-59327899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A0E7-E5D4-C8E2-F68E-C7D00E24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FCB93-7378-A5B4-4C5E-1C2A152D1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3AD47-AE82-D1F4-6F0A-684CCDC2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5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0EAB7-196F-DB06-4FEA-A03C1445D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1E651-7BD5-B1A0-5EEC-9C4E181B50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8C70-6E16-2B5C-263C-F1D93B9A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1C627-FF36-4C57-4E88-C2A488C1C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ECEC9-C3D5-90DA-51E9-9E6B08C4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597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1F6ADE-A042-594E-E2D3-0E997E1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3B9FB-7370-3C55-8BE6-E24FCD1C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93786-C496-C253-4AA9-8577B4590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BF5766-7426-43F8-8E69-B60CB63E796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4E907-95D6-6717-E5CB-67AB235B9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638D-6A92-BF03-2F2C-5B455BDE2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8F22C-0BAE-4673-A48F-A38606456E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99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41901-9BAA-5ACE-2BE5-A617D94731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284" y="1551191"/>
            <a:ext cx="11056372" cy="1877809"/>
          </a:xfrm>
        </p:spPr>
        <p:txBody>
          <a:bodyPr>
            <a:noAutofit/>
          </a:bodyPr>
          <a:lstStyle/>
          <a:p>
            <a:r>
              <a:rPr lang="lv-LV" dirty="0">
                <a:ea typeface="Calibri" panose="020F0502020204030204" pitchFamily="34" charset="0"/>
              </a:rPr>
              <a:t>Zīmju maiņa algebriskā daļā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2183E-A001-5FD1-FEE8-DB27FDDF8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624" y="4675823"/>
            <a:ext cx="9920749" cy="1118807"/>
          </a:xfrm>
        </p:spPr>
        <p:txBody>
          <a:bodyPr>
            <a:normAutofit/>
          </a:bodyPr>
          <a:lstStyle/>
          <a:p>
            <a:pPr algn="l" fontAlgn="base">
              <a:lnSpc>
                <a:spcPct val="107000"/>
              </a:lnSpc>
              <a:spcAft>
                <a:spcPts val="800"/>
              </a:spcAft>
              <a:tabLst>
                <a:tab pos="495300" algn="l"/>
              </a:tabLst>
            </a:pPr>
            <a:r>
              <a:rPr lang="lv-LV" dirty="0"/>
              <a:t>Veic zīmju maiņu algebriskā daļā tā, lai daļas vērtība nemainītos</a:t>
            </a:r>
            <a:endParaRPr lang="lv-LV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9669C-321B-88A3-E051-C26F4F933812}"/>
              </a:ext>
            </a:extLst>
          </p:cNvPr>
          <p:cNvSpPr txBox="1"/>
          <p:nvPr/>
        </p:nvSpPr>
        <p:spPr>
          <a:xfrm>
            <a:off x="8436077" y="103281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2. temats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A73A-C14C-BC7B-E276-FABA9C260391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</p:spTree>
    <p:extLst>
      <p:ext uri="{BB962C8B-B14F-4D97-AF65-F5344CB8AC3E}">
        <p14:creationId xmlns:p14="http://schemas.microsoft.com/office/powerpoint/2010/main" val="210877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D1F09-28D5-80BB-D53B-594901C0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F0DFBA-C556-5568-16C1-99B8FC0F2444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6DC85E-D248-F6F4-636D-1AA9C3B21A37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2. temats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FFCB9-95B1-E0AB-3781-7EA8459521EC}"/>
              </a:ext>
            </a:extLst>
          </p:cNvPr>
          <p:cNvSpPr txBox="1"/>
          <p:nvPr/>
        </p:nvSpPr>
        <p:spPr>
          <a:xfrm>
            <a:off x="285134" y="323799"/>
            <a:ext cx="8672051" cy="534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lv-LV" sz="2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lv-LV" sz="2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Nomaini zīmi tā, lai daļas vērtība nemainītos!</a:t>
            </a:r>
            <a:endParaRPr lang="lv-LV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13FF54A-EA83-9C42-87AD-D3987A337B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3678988"/>
                  </p:ext>
                </p:extLst>
              </p:nvPr>
            </p:nvGraphicFramePr>
            <p:xfrm>
              <a:off x="495198" y="1143021"/>
              <a:ext cx="7029380" cy="492348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664558569"/>
                        </a:ext>
                      </a:extLst>
                    </a:gridCol>
                    <a:gridCol w="6165380">
                      <a:extLst>
                        <a:ext uri="{9D8B030D-6E8A-4147-A177-3AD203B41FA5}">
                          <a16:colId xmlns:a16="http://schemas.microsoft.com/office/drawing/2014/main" val="2171377515"/>
                        </a:ext>
                      </a:extLst>
                    </a:gridCol>
                  </a:tblGrid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943432859"/>
                      </a:ext>
                    </a:extLst>
                  </a:tr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−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−3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179515972"/>
                      </a:ext>
                    </a:extLst>
                  </a:tr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1−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+5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+5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08381289"/>
                      </a:ext>
                    </a:extLst>
                  </a:tr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−3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+2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kern="100">
                                        <a:effectLst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</a:rPr>
                                      <m:t>−3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7524550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13FF54A-EA83-9C42-87AD-D3987A337B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3678988"/>
                  </p:ext>
                </p:extLst>
              </p:nvPr>
            </p:nvGraphicFramePr>
            <p:xfrm>
              <a:off x="495198" y="1143021"/>
              <a:ext cx="7029380" cy="492348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864000">
                      <a:extLst>
                        <a:ext uri="{9D8B030D-6E8A-4147-A177-3AD203B41FA5}">
                          <a16:colId xmlns:a16="http://schemas.microsoft.com/office/drawing/2014/main" val="2664558569"/>
                        </a:ext>
                      </a:extLst>
                    </a:gridCol>
                    <a:gridCol w="6165380">
                      <a:extLst>
                        <a:ext uri="{9D8B030D-6E8A-4147-A177-3AD203B41FA5}">
                          <a16:colId xmlns:a16="http://schemas.microsoft.com/office/drawing/2014/main" val="2171377515"/>
                        </a:ext>
                      </a:extLst>
                    </a:gridCol>
                  </a:tblGrid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032" b="-300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43432859"/>
                      </a:ext>
                    </a:extLst>
                  </a:tr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032" t="-99507" b="-1990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79515972"/>
                      </a:ext>
                    </a:extLst>
                  </a:tr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032" t="-200495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8381289"/>
                      </a:ext>
                    </a:extLst>
                  </a:tr>
                  <a:tr h="1230871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4032" t="-300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245506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29841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2CF0-A4E5-3EE6-F234-AA1DC714A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D2A28B-3CB1-6025-23BF-ADD5AB7A5398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83FF94-5DB7-7745-4D37-FB2077F737DF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2.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D54DF74-3E1E-3292-8CFE-D44B8C7403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353710"/>
                  </p:ext>
                </p:extLst>
              </p:nvPr>
            </p:nvGraphicFramePr>
            <p:xfrm>
              <a:off x="758599" y="843647"/>
              <a:ext cx="6968914" cy="462308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45931671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47382693"/>
                        </a:ext>
                      </a:extLst>
                    </a:gridCol>
                  </a:tblGrid>
                  <a:tr h="156932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+8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−15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/>
                                  <m:den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15−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68476156"/>
                      </a:ext>
                    </a:extLst>
                  </a:tr>
                  <a:tr h="155165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b="1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−4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e>
                                    </m:d>
                                  </m:num>
                                  <m:den/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492136725"/>
                      </a:ext>
                    </a:extLst>
                  </a:tr>
                  <a:tr h="150210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−7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−12</m:t>
                                    </m:r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                  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     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5180215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1D54DF74-3E1E-3292-8CFE-D44B8C74036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353710"/>
                  </p:ext>
                </p:extLst>
              </p:nvPr>
            </p:nvGraphicFramePr>
            <p:xfrm>
              <a:off x="758599" y="843647"/>
              <a:ext cx="6968914" cy="462308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459316717"/>
                        </a:ext>
                      </a:extLst>
                    </a:gridCol>
                    <a:gridCol w="6248914">
                      <a:extLst>
                        <a:ext uri="{9D8B030D-6E8A-4147-A177-3AD203B41FA5}">
                          <a16:colId xmlns:a16="http://schemas.microsoft.com/office/drawing/2014/main" val="47382693"/>
                        </a:ext>
                      </a:extLst>
                    </a:gridCol>
                  </a:tblGrid>
                  <a:tr h="1569328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501" b="-1941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68476156"/>
                      </a:ext>
                    </a:extLst>
                  </a:tr>
                  <a:tr h="1551656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6.</a:t>
                          </a:r>
                          <a:endParaRPr lang="lv-LV" sz="2800" b="1" kern="10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501" t="-101575" b="-972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2136725"/>
                      </a:ext>
                    </a:extLst>
                  </a:tr>
                  <a:tr h="150210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11501" t="-2072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80215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4813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0C35-1C88-0288-F4BD-4EE8DBB4F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1D7FFF-0A16-1234-DD0C-D267030BE8A2}"/>
              </a:ext>
            </a:extLst>
          </p:cNvPr>
          <p:cNvSpPr txBox="1"/>
          <p:nvPr/>
        </p:nvSpPr>
        <p:spPr>
          <a:xfrm>
            <a:off x="1135624" y="6390219"/>
            <a:ext cx="10373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Valsts izglītības attīstības aģentūra | ESF+ projekts Nr. 4.2.2.3/1/24/I/001 Pedagogu profesionālā atbalsta sistēmas izveide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CE1E13-1318-CE13-C034-C7DD221A27D0}"/>
              </a:ext>
            </a:extLst>
          </p:cNvPr>
          <p:cNvSpPr txBox="1"/>
          <p:nvPr/>
        </p:nvSpPr>
        <p:spPr>
          <a:xfrm>
            <a:off x="8549148" y="129227"/>
            <a:ext cx="35199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lv-LV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Matemātika I 2. temats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64A81DC7-0D34-3E11-C4A3-A20B40BA49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7055410"/>
                  </p:ext>
                </p:extLst>
              </p:nvPr>
            </p:nvGraphicFramePr>
            <p:xfrm>
              <a:off x="788097" y="969016"/>
              <a:ext cx="8280000" cy="448788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4141602050"/>
                        </a:ext>
                      </a:extLst>
                    </a:gridCol>
                    <a:gridCol w="7560000">
                      <a:extLst>
                        <a:ext uri="{9D8B030D-6E8A-4147-A177-3AD203B41FA5}">
                          <a16:colId xmlns:a16="http://schemas.microsoft.com/office/drawing/2014/main" val="544927266"/>
                        </a:ext>
                      </a:extLst>
                    </a:gridCol>
                  </a:tblGrid>
                  <a:tr h="1613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−24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lv-LV" sz="2800" i="1" kern="10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lv-LV" sz="2800" ker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  <m:r>
                                              <a:rPr lang="lv-LV" sz="2800" kern="0">
                                                <a:effectLst/>
                                                <a:latin typeface="Cambria Math" panose="02040503050406030204" pitchFamily="18" charset="0"/>
                                              </a:rPr>
                                              <m:t>−5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/>
                                  <m:den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102038099"/>
                      </a:ext>
                    </a:extLst>
                  </a:tr>
                  <a:tr h="143733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−7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+9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                                  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649027458"/>
                      </a:ext>
                    </a:extLst>
                  </a:tr>
                  <a:tr h="143733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+6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−12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lv-LV" sz="2800" kern="0"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lv-LV" sz="2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lv-LV" sz="2800" ker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      +       </m:t>
                                        </m:r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lv-LV" sz="28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lv-LV" sz="2800" ker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       −       </m:t>
                                        </m:r>
                                      </m:e>
                                    </m:d>
                                  </m:den>
                                </m:f>
                              </m:oMath>
                            </m:oMathPara>
                          </a14:m>
                          <a:endParaRPr lang="lv-LV" sz="2800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4060883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ula 2">
                <a:extLst>
                  <a:ext uri="{FF2B5EF4-FFF2-40B4-BE49-F238E27FC236}">
                    <a16:creationId xmlns:a16="http://schemas.microsoft.com/office/drawing/2014/main" id="{64A81DC7-0D34-3E11-C4A3-A20B40BA49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67055410"/>
                  </p:ext>
                </p:extLst>
              </p:nvPr>
            </p:nvGraphicFramePr>
            <p:xfrm>
              <a:off x="788097" y="969016"/>
              <a:ext cx="8280000" cy="448788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4141602050"/>
                        </a:ext>
                      </a:extLst>
                    </a:gridCol>
                    <a:gridCol w="7560000">
                      <a:extLst>
                        <a:ext uri="{9D8B030D-6E8A-4147-A177-3AD203B41FA5}">
                          <a16:colId xmlns:a16="http://schemas.microsoft.com/office/drawing/2014/main" val="544927266"/>
                        </a:ext>
                      </a:extLst>
                    </a:gridCol>
                  </a:tblGrid>
                  <a:tr h="161321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508" b="-1784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2038099"/>
                      </a:ext>
                    </a:extLst>
                  </a:tr>
                  <a:tr h="143733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508" t="-111814" b="-995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9027458"/>
                      </a:ext>
                    </a:extLst>
                  </a:tr>
                  <a:tr h="1437337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lv-LV" sz="2800" b="1" kern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</a:t>
                          </a:r>
                          <a:endParaRPr lang="lv-LV" sz="2800" b="1" kern="100" dirty="0"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lv-LV"/>
                        </a:p>
                      </a:txBody>
                      <a:tcPr marL="68580" marR="68580" marT="0" marB="0" anchor="ctr">
                        <a:blipFill>
                          <a:blip r:embed="rId2"/>
                          <a:stretch>
                            <a:fillRect l="-9508" t="-2127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0883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165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s" ma:contentTypeID="0x0101002A8B9403833A1F48959392C1F5ECCA32" ma:contentTypeVersion="15" ma:contentTypeDescription="Izveidot jaunu dokumentu." ma:contentTypeScope="" ma:versionID="130ce3f0e239f9eb06c504e9d0d47fa8">
  <xsd:schema xmlns:xsd="http://www.w3.org/2001/XMLSchema" xmlns:xs="http://www.w3.org/2001/XMLSchema" xmlns:p="http://schemas.microsoft.com/office/2006/metadata/properties" xmlns:ns2="ce8bef9f-a63c-4aa5-8461-abde6ef1b13f" xmlns:ns3="ce3e92db-f657-4333-a51e-06ff60cc8bad" targetNamespace="http://schemas.microsoft.com/office/2006/metadata/properties" ma:root="true" ma:fieldsID="4c852ebde563d404607a7ac3964023bb" ns2:_="" ns3:_="">
    <xsd:import namespace="ce8bef9f-a63c-4aa5-8461-abde6ef1b13f"/>
    <xsd:import namespace="ce3e92db-f657-4333-a51e-06ff60cc8ba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  <xsd:element ref="ns3:MediaServiceObjectDetectorVersions" minOccurs="0"/>
                <xsd:element ref="ns2:SharedWithUsers" minOccurs="0"/>
                <xsd:element ref="ns2:SharedWithDetail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bef9f-a63c-4aa5-8461-abde6ef1b13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kumenta ID vērtība" ma:description="Šim vienumam piešķirtā dokumenta ID vērtība." ma:indexed="true" ma:internalName="_dlc_DocId" ma:readOnly="true">
      <xsd:simpleType>
        <xsd:restriction base="dms:Text"/>
      </xsd:simpleType>
    </xsd:element>
    <xsd:element name="_dlc_DocIdUrl" ma:index="9" nillable="true" ma:displayName="Dokumenta ID" ma:description="Pastāvīga saite uz šo dokumentu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5" nillable="true" ma:displayName="Taxonomy Catch All Column" ma:hidden="true" ma:list="{ef032cf2-02b7-4588-bfa3-6fcdddaebe00}" ma:internalName="TaxCatchAll" ma:showField="CatchAllData" ma:web="ce8bef9f-a63c-4aa5-8461-abde6ef1b1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Koplietots 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Koplietots ar: detalizēt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3e92db-f657-4333-a51e-06ff60cc8b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Attēlu atzīmes" ma:readOnly="false" ma:fieldId="{5cf76f15-5ced-4ddc-b409-7134ff3c332f}" ma:taxonomyMulti="true" ma:sspId="0bc0b185-4452-496b-8675-b05c282237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atura tips"/>
        <xsd:element ref="dc:title" minOccurs="0" maxOccurs="1" ma:index="4" ma:displayName="Virsrakst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8bef9f-a63c-4aa5-8461-abde6ef1b13f" xsi:nil="true"/>
    <lcf76f155ced4ddcb4097134ff3c332f xmlns="ce3e92db-f657-4333-a51e-06ff60cc8bad">
      <Terms xmlns="http://schemas.microsoft.com/office/infopath/2007/PartnerControls"/>
    </lcf76f155ced4ddcb4097134ff3c332f>
    <_dlc_DocId xmlns="ce8bef9f-a63c-4aa5-8461-abde6ef1b13f">N7QR5PVYYKY3-1761010946-213582</_dlc_DocId>
    <_dlc_DocIdUrl xmlns="ce8bef9f-a63c-4aa5-8461-abde6ef1b13f">
      <Url>https://universityoflatvia387.sharepoint.com/sites/Neklatienesmatematikasskola/_layouts/15/DocIdRedir.aspx?ID=N7QR5PVYYKY3-1761010946-213582</Url>
      <Description>N7QR5PVYYKY3-1761010946-213582</Description>
    </_dlc_DocIdUrl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601AA2-D1A1-45AF-BE33-5ECAE946A98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99D8EDCB-D4FB-4286-9079-4DD0812452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8bef9f-a63c-4aa5-8461-abde6ef1b13f"/>
    <ds:schemaRef ds:uri="ce3e92db-f657-4333-a51e-06ff60cc8b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AC4FDD-94D7-49B3-A7F9-BFDC35E8AEAD}">
  <ds:schemaRefs>
    <ds:schemaRef ds:uri="http://schemas.microsoft.com/office/2006/metadata/properties"/>
    <ds:schemaRef ds:uri="http://schemas.microsoft.com/office/infopath/2007/PartnerControls"/>
    <ds:schemaRef ds:uri="ce8bef9f-a63c-4aa5-8461-abde6ef1b13f"/>
    <ds:schemaRef ds:uri="ce3e92db-f657-4333-a51e-06ff60cc8bad"/>
  </ds:schemaRefs>
</ds:datastoreItem>
</file>

<file path=customXml/itemProps4.xml><?xml version="1.0" encoding="utf-8"?>
<ds:datastoreItem xmlns:ds="http://schemas.openxmlformats.org/officeDocument/2006/customXml" ds:itemID="{A3734F93-D68C-4196-BCBB-CC9E5A9339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188</Words>
  <Application>Microsoft Office PowerPoint</Application>
  <PresentationFormat>Platekrāna</PresentationFormat>
  <Paragraphs>31</Paragraphs>
  <Slides>4</Slides>
  <Notes>0</Notes>
  <HiddenSlides>0</HiddenSlides>
  <MMClips>0</MMClips>
  <ScaleCrop>false</ScaleCrop>
  <HeadingPairs>
    <vt:vector size="6" baseType="variant">
      <vt:variant>
        <vt:lpstr>Lietotie fonti</vt:lpstr>
      </vt:variant>
      <vt:variant>
        <vt:i4>5</vt:i4>
      </vt:variant>
      <vt:variant>
        <vt:lpstr>Dizains</vt:lpstr>
      </vt:variant>
      <vt:variant>
        <vt:i4>1</vt:i4>
      </vt:variant>
      <vt:variant>
        <vt:lpstr>Slaidu virsraksti</vt:lpstr>
      </vt:variant>
      <vt:variant>
        <vt:i4>4</vt:i4>
      </vt:variant>
    </vt:vector>
  </HeadingPairs>
  <TitlesOfParts>
    <vt:vector size="10" baseType="lpstr">
      <vt:lpstr>Aptos</vt:lpstr>
      <vt:lpstr>Arial</vt:lpstr>
      <vt:lpstr>Calibri</vt:lpstr>
      <vt:lpstr>Cambria Math</vt:lpstr>
      <vt:lpstr>Times New Roman</vt:lpstr>
      <vt:lpstr>Office Theme</vt:lpstr>
      <vt:lpstr>Zīmju maiņa algebriskā daļā</vt:lpstr>
      <vt:lpstr>PowerPoint prezentācija</vt:lpstr>
      <vt:lpstr>PowerPoint prezentācija</vt:lpstr>
      <vt:lpstr>PowerPoint prezentācija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Maruta Avotiņa</dc:creator>
  <cp:lastModifiedBy>Maruta Avotiņa</cp:lastModifiedBy>
  <cp:revision>2</cp:revision>
  <dcterms:created xsi:type="dcterms:W3CDTF">2025-04-11T14:28:34Z</dcterms:created>
  <dcterms:modified xsi:type="dcterms:W3CDTF">2026-03-29T16:42:38Z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0x0101002A8B9403833A1F48959392C1F5ECCA32</vt:lpwstr>
  </property>
  <property fmtid="{D5CDD505-2E9C-101B-9397-08002B2CF9AE}" pid="3" name="_dlc_DocIdItemGuid">
    <vt:lpwstr>18d3afc5-9f63-4cbf-8d73-c520277ac44b</vt:lpwstr>
  </property>
  <property fmtid="{D5CDD505-2E9C-101B-9397-08002B2CF9AE}" pid="4" name="MediaServiceImageTags">
    <vt:lpwstr/>
  </property>
</Properties>
</file>